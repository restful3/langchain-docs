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6327" r:id="rId1"/>
  </p:sldMasterIdLst>
  <p:notesMasterIdLst>
    <p:notesMasterId r:id="rId18"/>
  </p:notesMasterIdLst>
  <p:sldIdLst>
    <p:sldId id="737" r:id="rId2"/>
    <p:sldId id="1040" r:id="rId3"/>
    <p:sldId id="1054" r:id="rId4"/>
    <p:sldId id="1041" r:id="rId5"/>
    <p:sldId id="1050" r:id="rId6"/>
    <p:sldId id="1051" r:id="rId7"/>
    <p:sldId id="1052" r:id="rId8"/>
    <p:sldId id="1053" r:id="rId9"/>
    <p:sldId id="1055" r:id="rId10"/>
    <p:sldId id="1056" r:id="rId11"/>
    <p:sldId id="1057" r:id="rId12"/>
    <p:sldId id="1059" r:id="rId13"/>
    <p:sldId id="1058" r:id="rId14"/>
    <p:sldId id="1047" r:id="rId15"/>
    <p:sldId id="1048" r:id="rId16"/>
    <p:sldId id="1049" r:id="rId17"/>
  </p:sldIdLst>
  <p:sldSz cx="9906000" cy="6858000" type="A4"/>
  <p:notesSz cx="6794500" cy="9921875"/>
  <p:defaultTextStyle>
    <a:defPPr>
      <a:defRPr lang="ko-KR"/>
    </a:defPPr>
    <a:lvl1pPr algn="ctr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Arial" pitchFamily="34" charset="0"/>
        <a:ea typeface="돋움" pitchFamily="50" charset="-127"/>
        <a:cs typeface="+mn-cs"/>
      </a:defRPr>
    </a:lvl1pPr>
    <a:lvl2pPr marL="455613" indent="1588" algn="ctr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Arial" pitchFamily="34" charset="0"/>
        <a:ea typeface="돋움" pitchFamily="50" charset="-127"/>
        <a:cs typeface="+mn-cs"/>
      </a:defRPr>
    </a:lvl2pPr>
    <a:lvl3pPr marL="912813" indent="1588" algn="ctr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Arial" pitchFamily="34" charset="0"/>
        <a:ea typeface="돋움" pitchFamily="50" charset="-127"/>
        <a:cs typeface="+mn-cs"/>
      </a:defRPr>
    </a:lvl3pPr>
    <a:lvl4pPr marL="1370013" indent="1588" algn="ctr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Arial" pitchFamily="34" charset="0"/>
        <a:ea typeface="돋움" pitchFamily="50" charset="-127"/>
        <a:cs typeface="+mn-cs"/>
      </a:defRPr>
    </a:lvl4pPr>
    <a:lvl5pPr marL="1827213" indent="1588" algn="ctr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Arial" pitchFamily="34" charset="0"/>
        <a:ea typeface="돋움" pitchFamily="50" charset="-127"/>
        <a:cs typeface="+mn-cs"/>
      </a:defRPr>
    </a:lvl5pPr>
    <a:lvl6pPr marL="2286000" algn="l" defTabSz="914400" rtl="0" eaLnBrk="1" latinLnBrk="1" hangingPunct="1">
      <a:defRPr kumimoji="1" sz="1600" b="1" kern="1200">
        <a:solidFill>
          <a:schemeClr val="tx1"/>
        </a:solidFill>
        <a:latin typeface="Arial" pitchFamily="34" charset="0"/>
        <a:ea typeface="돋움" pitchFamily="50" charset="-127"/>
        <a:cs typeface="+mn-cs"/>
      </a:defRPr>
    </a:lvl6pPr>
    <a:lvl7pPr marL="2743200" algn="l" defTabSz="914400" rtl="0" eaLnBrk="1" latinLnBrk="1" hangingPunct="1">
      <a:defRPr kumimoji="1" sz="1600" b="1" kern="1200">
        <a:solidFill>
          <a:schemeClr val="tx1"/>
        </a:solidFill>
        <a:latin typeface="Arial" pitchFamily="34" charset="0"/>
        <a:ea typeface="돋움" pitchFamily="50" charset="-127"/>
        <a:cs typeface="+mn-cs"/>
      </a:defRPr>
    </a:lvl7pPr>
    <a:lvl8pPr marL="3200400" algn="l" defTabSz="914400" rtl="0" eaLnBrk="1" latinLnBrk="1" hangingPunct="1">
      <a:defRPr kumimoji="1" sz="1600" b="1" kern="1200">
        <a:solidFill>
          <a:schemeClr val="tx1"/>
        </a:solidFill>
        <a:latin typeface="Arial" pitchFamily="34" charset="0"/>
        <a:ea typeface="돋움" pitchFamily="50" charset="-127"/>
        <a:cs typeface="+mn-cs"/>
      </a:defRPr>
    </a:lvl8pPr>
    <a:lvl9pPr marL="3657600" algn="l" defTabSz="914400" rtl="0" eaLnBrk="1" latinLnBrk="1" hangingPunct="1">
      <a:defRPr kumimoji="1" sz="1600" b="1" kern="1200">
        <a:solidFill>
          <a:schemeClr val="tx1"/>
        </a:solidFill>
        <a:latin typeface="Arial" pitchFamily="34" charset="0"/>
        <a:ea typeface="돋움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1" userDrawn="1">
          <p15:clr>
            <a:srgbClr val="A4A3A4"/>
          </p15:clr>
        </p15:guide>
        <p15:guide id="3" orient="horz" pos="4201">
          <p15:clr>
            <a:srgbClr val="A4A3A4"/>
          </p15:clr>
        </p15:guide>
        <p15:guide id="4" pos="17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mon" initials="s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7F7F7F"/>
    <a:srgbClr val="FF5A13"/>
    <a:srgbClr val="FF7C80"/>
    <a:srgbClr val="00FF00"/>
    <a:srgbClr val="FFFF00"/>
    <a:srgbClr val="FF0000"/>
    <a:srgbClr val="A50021"/>
    <a:srgbClr val="FF0066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712" autoAdjust="0"/>
    <p:restoredTop sz="96327" autoAdjust="0"/>
  </p:normalViewPr>
  <p:slideViewPr>
    <p:cSldViewPr>
      <p:cViewPr varScale="1">
        <p:scale>
          <a:sx n="159" d="100"/>
          <a:sy n="159" d="100"/>
        </p:scale>
        <p:origin x="456" y="184"/>
      </p:cViewPr>
      <p:guideLst>
        <p:guide orient="horz" pos="391"/>
        <p:guide orient="horz" pos="4201"/>
        <p:guide pos="172"/>
      </p:guideLst>
    </p:cSldViewPr>
  </p:slideViewPr>
  <p:outlineViewPr>
    <p:cViewPr>
      <p:scale>
        <a:sx n="33" d="100"/>
        <a:sy n="33" d="100"/>
      </p:scale>
      <p:origin x="0" y="134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2" d="100"/>
          <a:sy n="62" d="100"/>
        </p:scale>
        <p:origin x="-2406" y="-102"/>
      </p:cViewPr>
      <p:guideLst>
        <p:guide orient="horz" pos="3125"/>
        <p:guide pos="213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4072" cy="4960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66" tIns="45633" rIns="91266" bIns="45633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kumimoji="1"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8844" y="0"/>
            <a:ext cx="2944072" cy="4960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66" tIns="45633" rIns="91266" bIns="45633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1"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90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1200" y="744538"/>
            <a:ext cx="5372100" cy="37195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2930"/>
            <a:ext cx="5434966" cy="4464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66" tIns="45633" rIns="91266" bIns="4563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24276"/>
            <a:ext cx="2944072" cy="496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66" tIns="45633" rIns="91266" bIns="45633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kumimoji="1"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8844" y="9424276"/>
            <a:ext cx="2944072" cy="496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66" tIns="45633" rIns="91266" bIns="45633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1"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86A48C05-3BF9-4CF8-965C-B3A5E128232B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366972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5613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2813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0013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7213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5722" algn="l" defTabSz="91429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67" algn="l" defTabSz="91429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11" algn="l" defTabSz="91429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55" algn="l" defTabSz="91429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(1단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5"/>
          <p:cNvSpPr>
            <a:spLocks noGrp="1"/>
          </p:cNvSpPr>
          <p:nvPr>
            <p:ph sz="quarter" idx="11" hasCustomPrompt="1"/>
          </p:nvPr>
        </p:nvSpPr>
        <p:spPr>
          <a:xfrm>
            <a:off x="416496" y="514275"/>
            <a:ext cx="9073008" cy="576000"/>
          </a:xfrm>
          <a:prstGeom prst="rect">
            <a:avLst/>
          </a:prstGeom>
        </p:spPr>
        <p:txBody>
          <a:bodyPr lIns="144000" anchor="ctr"/>
          <a:lstStyle>
            <a:lvl1pPr marL="0" indent="0" algn="ctr" latinLnBrk="0">
              <a:buFont typeface="+mj-lt"/>
              <a:buNone/>
              <a:defRPr kumimoji="1" lang="en-US" altLang="ko-KR" sz="1800" b="1" baseline="0" dirty="0" smtClean="0">
                <a:solidFill>
                  <a:srgbClr val="A50021"/>
                </a:solidFill>
                <a:latin typeface="Calibri" panose="020F0502020204030204" pitchFamily="34" charset="0"/>
                <a:ea typeface="맑은 고딕" pitchFamily="50" charset="-127"/>
                <a:cs typeface="+mn-cs"/>
              </a:defRPr>
            </a:lvl1pPr>
          </a:lstStyle>
          <a:p>
            <a:pPr marL="0" lvl="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</a:pPr>
            <a:r>
              <a:rPr lang="ko-KR" altLang="en-US" dirty="0"/>
              <a:t>소제목</a:t>
            </a:r>
            <a:endParaRPr lang="en-US" altLang="ko-KR" dirty="0"/>
          </a:p>
        </p:txBody>
      </p:sp>
      <p:sp>
        <p:nvSpPr>
          <p:cNvPr id="18" name="내용 개체 틀 10"/>
          <p:cNvSpPr>
            <a:spLocks noGrp="1"/>
          </p:cNvSpPr>
          <p:nvPr>
            <p:ph sz="quarter" idx="18"/>
          </p:nvPr>
        </p:nvSpPr>
        <p:spPr>
          <a:xfrm>
            <a:off x="416496" y="1185948"/>
            <a:ext cx="9073008" cy="4915556"/>
          </a:xfrm>
          <a:prstGeom prst="rect">
            <a:avLst/>
          </a:prstGeom>
        </p:spPr>
        <p:txBody>
          <a:bodyPr/>
          <a:lstStyle>
            <a:lvl1pPr marL="261938" indent="-26193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Wingdings" pitchFamily="2" charset="2"/>
              <a:buChar char="q"/>
              <a:defRPr kumimoji="1" lang="ko-KR" altLang="en-US" sz="1600" b="1" u="none" baseline="0" dirty="0" smtClean="0">
                <a:solidFill>
                  <a:schemeClr val="tx1"/>
                </a:solidFill>
                <a:latin typeface="Calibri" panose="020F0502020204030204" pitchFamily="34" charset="0"/>
                <a:ea typeface="맑은 고딕" pitchFamily="50" charset="-127"/>
                <a:cs typeface="+mn-cs"/>
              </a:defRPr>
            </a:lvl1pPr>
            <a:lvl2pPr marL="396000" indent="-216000" algn="l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kumimoji="1" lang="ko-KR" altLang="en-US" sz="1400" b="0" baseline="0" dirty="0" smtClean="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2pPr>
            <a:lvl3pPr marL="576000" indent="-216000" algn="l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lang="ko-KR" altLang="en-US" sz="1200" baseline="0" dirty="0" smtClean="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3pPr>
            <a:lvl4pPr marL="787400" indent="-246063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ü"/>
              <a:defRPr kumimoji="1" lang="ko-KR" altLang="en-US" sz="1200" baseline="0" dirty="0" smtClean="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4pPr>
            <a:lvl5pPr marL="952500" indent="-238125" latinLnBrk="0"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−"/>
              <a:defRPr sz="1100" baseline="0">
                <a:latin typeface="맑은 고딕" pitchFamily="50" charset="-127"/>
                <a:ea typeface="맑은 고딕" pitchFamily="50" charset="-127"/>
              </a:defRPr>
            </a:lvl5pPr>
          </a:lstStyle>
          <a:p>
            <a:pPr marL="261938" lvl="0" indent="-26193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ko-KR" altLang="en-US"/>
              <a:t>마스터 텍스트 스타일을 편집합니다</a:t>
            </a:r>
          </a:p>
          <a:p>
            <a:pPr marL="261938" lvl="1" indent="-26193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ko-KR" altLang="en-US"/>
              <a:t>둘째 수준</a:t>
            </a:r>
          </a:p>
          <a:p>
            <a:pPr marL="261938" lvl="2" indent="-26193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ko-KR" altLang="en-US"/>
              <a:t>셋째 수준</a:t>
            </a:r>
          </a:p>
          <a:p>
            <a:pPr marL="261938" lvl="3" indent="-26193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ko-KR" altLang="en-US"/>
              <a:t>넷째 수준</a:t>
            </a:r>
          </a:p>
          <a:p>
            <a:pPr marL="261938" lvl="4" indent="-26193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ko-KR" altLang="en-US"/>
              <a:t>다섯째 수준</a:t>
            </a:r>
            <a:endParaRPr lang="en-US" altLang="ko-KR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4778112" y="6536377"/>
            <a:ext cx="349776" cy="253916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ctr" rtl="0" fontAlgn="base" latinLnBrk="0">
              <a:spcBef>
                <a:spcPct val="0"/>
              </a:spcBef>
              <a:spcAft>
                <a:spcPct val="0"/>
              </a:spcAft>
            </a:pPr>
            <a:fld id="{20D81975-5F40-40F7-A5DB-5814000A945F}" type="slidenum">
              <a:rPr kumimoji="1" lang="ko-KR" altLang="en-US" sz="1050" b="0" kern="1200" baseline="0" smtClean="0">
                <a:solidFill>
                  <a:schemeClr val="tx1"/>
                </a:solidFill>
                <a:latin typeface="Calibri" panose="020F0502020204030204" pitchFamily="34" charset="0"/>
                <a:ea typeface="맑은 고딕" pitchFamily="50" charset="-127"/>
                <a:cs typeface="Arial" pitchFamily="34" charset="0"/>
              </a:rPr>
              <a:pPr algn="ctr" rtl="0" fontAlgn="base" latinLnBrk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ko-KR" altLang="en-US" sz="1050" b="0" kern="1200" baseline="0" dirty="0">
              <a:solidFill>
                <a:schemeClr val="tx1"/>
              </a:solidFill>
              <a:latin typeface="Calibri" panose="020F0502020204030204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제목 7"/>
          <p:cNvSpPr>
            <a:spLocks noGrp="1"/>
          </p:cNvSpPr>
          <p:nvPr>
            <p:ph type="title" hasCustomPrompt="1"/>
          </p:nvPr>
        </p:nvSpPr>
        <p:spPr>
          <a:xfrm>
            <a:off x="416496" y="65944"/>
            <a:ext cx="9073008" cy="326574"/>
          </a:xfrm>
          <a:prstGeom prst="rect">
            <a:avLst/>
          </a:prstGeom>
        </p:spPr>
        <p:txBody>
          <a:bodyPr anchor="b"/>
          <a:lstStyle>
            <a:lvl1pPr algn="l" rtl="0" eaLnBrk="1" fontAlgn="base" latinLnBrk="0" hangingPunct="1">
              <a:spcBef>
                <a:spcPct val="0"/>
              </a:spcBef>
              <a:spcAft>
                <a:spcPct val="0"/>
              </a:spcAft>
              <a:defRPr kumimoji="1" lang="ko-KR" altLang="en-US" sz="1400" b="0" i="0" baseline="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 dirty="0" err="1"/>
              <a:t>대제목</a:t>
            </a:r>
            <a:endParaRPr lang="ko-KR" altLang="en-US" dirty="0"/>
          </a:p>
        </p:txBody>
      </p:sp>
      <p:sp>
        <p:nvSpPr>
          <p:cNvPr id="8" name="Line 14"/>
          <p:cNvSpPr>
            <a:spLocks noChangeShapeType="1"/>
          </p:cNvSpPr>
          <p:nvPr userDrawn="1"/>
        </p:nvSpPr>
        <p:spPr bwMode="auto">
          <a:xfrm>
            <a:off x="0" y="415422"/>
            <a:ext cx="9906000" cy="0"/>
          </a:xfrm>
          <a:prstGeom prst="line">
            <a:avLst/>
          </a:prstGeom>
          <a:noFill/>
          <a:ln w="3175">
            <a:solidFill>
              <a:schemeClr val="bg1">
                <a:lumMod val="50000"/>
              </a:schemeClr>
            </a:solidFill>
            <a:prstDash val="sysDot"/>
            <a:round/>
            <a:headEnd/>
            <a:tailEnd/>
          </a:ln>
        </p:spPr>
        <p:txBody>
          <a:bodyPr anchor="b"/>
          <a:lstStyle/>
          <a:p>
            <a:pPr latinLnBrk="0">
              <a:defRPr/>
            </a:pPr>
            <a:endParaRPr lang="ko-KR" altLang="en-US" sz="1800" baseline="0">
              <a:solidFill>
                <a:srgbClr val="000000"/>
              </a:solidFill>
              <a:latin typeface="Calibri" panose="020F0502020204030204" pitchFamily="34" charset="0"/>
              <a:ea typeface="맑은 고딕" pitchFamily="50" charset="-127"/>
            </a:endParaRPr>
          </a:p>
        </p:txBody>
      </p:sp>
      <p:sp>
        <p:nvSpPr>
          <p:cNvPr id="9" name="Line 14"/>
          <p:cNvSpPr>
            <a:spLocks noChangeShapeType="1"/>
          </p:cNvSpPr>
          <p:nvPr userDrawn="1"/>
        </p:nvSpPr>
        <p:spPr bwMode="auto">
          <a:xfrm>
            <a:off x="0" y="6381328"/>
            <a:ext cx="9906000" cy="0"/>
          </a:xfrm>
          <a:prstGeom prst="line">
            <a:avLst/>
          </a:prstGeom>
          <a:noFill/>
          <a:ln w="3175">
            <a:solidFill>
              <a:schemeClr val="bg1">
                <a:lumMod val="50000"/>
              </a:schemeClr>
            </a:solidFill>
            <a:prstDash val="sysDot"/>
            <a:round/>
            <a:headEnd/>
            <a:tailEnd/>
          </a:ln>
        </p:spPr>
        <p:txBody>
          <a:bodyPr anchor="b"/>
          <a:lstStyle/>
          <a:p>
            <a:pPr latinLnBrk="0">
              <a:defRPr/>
            </a:pPr>
            <a:endParaRPr lang="ko-KR" altLang="en-US" sz="1800" baseline="0">
              <a:solidFill>
                <a:srgbClr val="000000"/>
              </a:solidFill>
              <a:latin typeface="Calibri" panose="020F0502020204030204" pitchFamily="34" charset="0"/>
              <a:ea typeface="맑은 고딕" pitchFamily="50" charset="-127"/>
            </a:endParaRPr>
          </a:p>
        </p:txBody>
      </p:sp>
      <p:sp>
        <p:nvSpPr>
          <p:cNvPr id="12" name="텍스트 개체 틀 3"/>
          <p:cNvSpPr>
            <a:spLocks noGrp="1"/>
          </p:cNvSpPr>
          <p:nvPr>
            <p:ph type="body" sz="quarter" idx="19" hasCustomPrompt="1"/>
          </p:nvPr>
        </p:nvSpPr>
        <p:spPr>
          <a:xfrm>
            <a:off x="416496" y="6110230"/>
            <a:ext cx="2880320" cy="262372"/>
          </a:xfrm>
          <a:prstGeom prst="rect">
            <a:avLst/>
          </a:prstGeom>
        </p:spPr>
        <p:txBody>
          <a:bodyPr anchor="t"/>
          <a:lstStyle>
            <a:lvl1pPr marL="0" indent="0" algn="l" latinLnBrk="0">
              <a:lnSpc>
                <a:spcPct val="110000"/>
              </a:lnSpc>
              <a:spcBef>
                <a:spcPts val="0"/>
              </a:spcBef>
              <a:buClr>
                <a:schemeClr val="bg1">
                  <a:lumMod val="50000"/>
                </a:schemeClr>
              </a:buClr>
              <a:buFont typeface="+mj-lt"/>
              <a:buNone/>
              <a:defRPr sz="900" baseline="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1) </a:t>
            </a:r>
            <a:r>
              <a:rPr lang="ko-KR" altLang="en-US" dirty="0"/>
              <a:t>각주</a:t>
            </a:r>
            <a:r>
              <a:rPr lang="en-US" altLang="ko-KR" dirty="0"/>
              <a:t>1,  2) </a:t>
            </a:r>
            <a:r>
              <a:rPr lang="ko-KR" altLang="en-US" dirty="0"/>
              <a:t>각주</a:t>
            </a:r>
            <a:r>
              <a:rPr lang="en-US" altLang="ko-KR" dirty="0"/>
              <a:t>2…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본문 (1단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5"/>
          <p:cNvSpPr>
            <a:spLocks noGrp="1"/>
          </p:cNvSpPr>
          <p:nvPr>
            <p:ph sz="quarter" idx="11" hasCustomPrompt="1"/>
          </p:nvPr>
        </p:nvSpPr>
        <p:spPr>
          <a:xfrm>
            <a:off x="416496" y="514275"/>
            <a:ext cx="9073008" cy="576000"/>
          </a:xfrm>
          <a:prstGeom prst="rect">
            <a:avLst/>
          </a:prstGeom>
        </p:spPr>
        <p:txBody>
          <a:bodyPr lIns="144000" anchor="ctr"/>
          <a:lstStyle>
            <a:lvl1pPr marL="0" indent="0" algn="ctr" latinLnBrk="0">
              <a:buFont typeface="+mj-lt"/>
              <a:buNone/>
              <a:defRPr kumimoji="1" lang="en-US" altLang="ko-KR" sz="1800" b="1" baseline="0" dirty="0" smtClean="0">
                <a:solidFill>
                  <a:srgbClr val="A50021"/>
                </a:solidFill>
                <a:latin typeface="Calibri" panose="020F0502020204030204" pitchFamily="34" charset="0"/>
                <a:ea typeface="맑은 고딕" pitchFamily="50" charset="-127"/>
                <a:cs typeface="+mn-cs"/>
              </a:defRPr>
            </a:lvl1pPr>
          </a:lstStyle>
          <a:p>
            <a:pPr marL="0" lvl="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</a:pPr>
            <a:r>
              <a:rPr lang="ko-KR" altLang="en-US" dirty="0"/>
              <a:t>소제목</a:t>
            </a:r>
            <a:endParaRPr lang="en-US" altLang="ko-KR" dirty="0"/>
          </a:p>
        </p:txBody>
      </p:sp>
      <p:sp>
        <p:nvSpPr>
          <p:cNvPr id="18" name="내용 개체 틀 10"/>
          <p:cNvSpPr>
            <a:spLocks noGrp="1"/>
          </p:cNvSpPr>
          <p:nvPr>
            <p:ph sz="quarter" idx="18"/>
          </p:nvPr>
        </p:nvSpPr>
        <p:spPr>
          <a:xfrm>
            <a:off x="416496" y="1185948"/>
            <a:ext cx="9073008" cy="4915556"/>
          </a:xfrm>
          <a:prstGeom prst="rect">
            <a:avLst/>
          </a:prstGeom>
        </p:spPr>
        <p:txBody>
          <a:bodyPr/>
          <a:lstStyle>
            <a:lvl1pPr marL="261938" indent="-26193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Wingdings" pitchFamily="2" charset="2"/>
              <a:buChar char="q"/>
              <a:defRPr kumimoji="1" lang="ko-KR" altLang="en-US" sz="1600" b="1" u="none" baseline="0" dirty="0" smtClean="0">
                <a:solidFill>
                  <a:schemeClr val="tx1"/>
                </a:solidFill>
                <a:latin typeface="Calibri" panose="020F0502020204030204" pitchFamily="34" charset="0"/>
                <a:ea typeface="맑은 고딕" pitchFamily="50" charset="-127"/>
                <a:cs typeface="+mn-cs"/>
              </a:defRPr>
            </a:lvl1pPr>
            <a:lvl2pPr marL="396000" indent="-216000" algn="l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kumimoji="1" lang="ko-KR" altLang="en-US" sz="1400" b="0" baseline="0" dirty="0" smtClean="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2pPr>
            <a:lvl3pPr marL="576000" indent="-216000" algn="l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lang="ko-KR" altLang="en-US" sz="1200" baseline="0" dirty="0" smtClean="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3pPr>
            <a:lvl4pPr marL="787400" indent="-246063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ü"/>
              <a:defRPr kumimoji="1" lang="ko-KR" altLang="en-US" sz="1200" baseline="0" dirty="0" smtClean="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4pPr>
            <a:lvl5pPr marL="952500" indent="-238125" latinLnBrk="0"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−"/>
              <a:defRPr sz="1100" baseline="0">
                <a:latin typeface="맑은 고딕" pitchFamily="50" charset="-127"/>
                <a:ea typeface="맑은 고딕" pitchFamily="50" charset="-127"/>
              </a:defRPr>
            </a:lvl5pPr>
          </a:lstStyle>
          <a:p>
            <a:pPr marL="261938" lvl="0" indent="-26193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ko-KR" altLang="en-US"/>
              <a:t>마스터 텍스트 스타일을 편집합니다</a:t>
            </a:r>
          </a:p>
          <a:p>
            <a:pPr marL="261938" lvl="1" indent="-26193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ko-KR" altLang="en-US"/>
              <a:t>둘째 수준</a:t>
            </a:r>
          </a:p>
          <a:p>
            <a:pPr marL="261938" lvl="2" indent="-26193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ko-KR" altLang="en-US"/>
              <a:t>셋째 수준</a:t>
            </a:r>
          </a:p>
          <a:p>
            <a:pPr marL="261938" lvl="3" indent="-26193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ko-KR" altLang="en-US"/>
              <a:t>넷째 수준</a:t>
            </a:r>
          </a:p>
          <a:p>
            <a:pPr marL="261938" lvl="4" indent="-26193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ko-KR" altLang="en-US"/>
              <a:t>다섯째 수준</a:t>
            </a:r>
            <a:endParaRPr lang="en-US" altLang="ko-KR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4778112" y="6536377"/>
            <a:ext cx="349776" cy="253916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ctr" rtl="0" fontAlgn="base" latinLnBrk="0">
              <a:spcBef>
                <a:spcPct val="0"/>
              </a:spcBef>
              <a:spcAft>
                <a:spcPct val="0"/>
              </a:spcAft>
            </a:pPr>
            <a:fld id="{20D81975-5F40-40F7-A5DB-5814000A945F}" type="slidenum">
              <a:rPr kumimoji="1" lang="ko-KR" altLang="en-US" sz="1050" b="0" kern="1200" baseline="0" smtClean="0">
                <a:solidFill>
                  <a:schemeClr val="tx1"/>
                </a:solidFill>
                <a:latin typeface="Calibri" panose="020F0502020204030204" pitchFamily="34" charset="0"/>
                <a:ea typeface="맑은 고딕" pitchFamily="50" charset="-127"/>
                <a:cs typeface="Arial" pitchFamily="34" charset="0"/>
              </a:rPr>
              <a:pPr algn="ctr" rtl="0" fontAlgn="base" latinLnBrk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ko-KR" altLang="en-US" sz="1050" b="0" kern="1200" baseline="0" dirty="0">
              <a:solidFill>
                <a:schemeClr val="tx1"/>
              </a:solidFill>
              <a:latin typeface="Calibri" panose="020F0502020204030204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제목 7"/>
          <p:cNvSpPr>
            <a:spLocks noGrp="1"/>
          </p:cNvSpPr>
          <p:nvPr>
            <p:ph type="title" hasCustomPrompt="1"/>
          </p:nvPr>
        </p:nvSpPr>
        <p:spPr>
          <a:xfrm>
            <a:off x="416496" y="65944"/>
            <a:ext cx="9073008" cy="326574"/>
          </a:xfrm>
          <a:prstGeom prst="rect">
            <a:avLst/>
          </a:prstGeom>
        </p:spPr>
        <p:txBody>
          <a:bodyPr anchor="b"/>
          <a:lstStyle>
            <a:lvl1pPr algn="l" rtl="0" eaLnBrk="1" fontAlgn="base" latinLnBrk="0" hangingPunct="1">
              <a:spcBef>
                <a:spcPct val="0"/>
              </a:spcBef>
              <a:spcAft>
                <a:spcPct val="0"/>
              </a:spcAft>
              <a:defRPr kumimoji="1" lang="ko-KR" altLang="en-US" sz="1400" b="0" i="0" baseline="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 dirty="0" err="1"/>
              <a:t>대제목</a:t>
            </a:r>
            <a:endParaRPr lang="ko-KR" altLang="en-US" dirty="0"/>
          </a:p>
        </p:txBody>
      </p:sp>
      <p:sp>
        <p:nvSpPr>
          <p:cNvPr id="8" name="Line 14"/>
          <p:cNvSpPr>
            <a:spLocks noChangeShapeType="1"/>
          </p:cNvSpPr>
          <p:nvPr userDrawn="1"/>
        </p:nvSpPr>
        <p:spPr bwMode="auto">
          <a:xfrm>
            <a:off x="0" y="415422"/>
            <a:ext cx="9906000" cy="0"/>
          </a:xfrm>
          <a:prstGeom prst="line">
            <a:avLst/>
          </a:prstGeom>
          <a:noFill/>
          <a:ln w="3175">
            <a:solidFill>
              <a:schemeClr val="bg1">
                <a:lumMod val="50000"/>
              </a:schemeClr>
            </a:solidFill>
            <a:prstDash val="sysDot"/>
            <a:round/>
            <a:headEnd/>
            <a:tailEnd/>
          </a:ln>
        </p:spPr>
        <p:txBody>
          <a:bodyPr anchor="b"/>
          <a:lstStyle/>
          <a:p>
            <a:pPr latinLnBrk="0">
              <a:defRPr/>
            </a:pPr>
            <a:endParaRPr lang="ko-KR" altLang="en-US" sz="1800" baseline="0">
              <a:solidFill>
                <a:srgbClr val="000000"/>
              </a:solidFill>
              <a:latin typeface="Calibri" panose="020F0502020204030204" pitchFamily="34" charset="0"/>
              <a:ea typeface="맑은 고딕" pitchFamily="50" charset="-127"/>
            </a:endParaRPr>
          </a:p>
        </p:txBody>
      </p:sp>
      <p:sp>
        <p:nvSpPr>
          <p:cNvPr id="9" name="Line 14"/>
          <p:cNvSpPr>
            <a:spLocks noChangeShapeType="1"/>
          </p:cNvSpPr>
          <p:nvPr userDrawn="1"/>
        </p:nvSpPr>
        <p:spPr bwMode="auto">
          <a:xfrm>
            <a:off x="0" y="6381328"/>
            <a:ext cx="9906000" cy="0"/>
          </a:xfrm>
          <a:prstGeom prst="line">
            <a:avLst/>
          </a:prstGeom>
          <a:noFill/>
          <a:ln w="3175">
            <a:solidFill>
              <a:schemeClr val="bg1">
                <a:lumMod val="50000"/>
              </a:schemeClr>
            </a:solidFill>
            <a:prstDash val="sysDot"/>
            <a:round/>
            <a:headEnd/>
            <a:tailEnd/>
          </a:ln>
        </p:spPr>
        <p:txBody>
          <a:bodyPr anchor="b"/>
          <a:lstStyle/>
          <a:p>
            <a:pPr latinLnBrk="0">
              <a:defRPr/>
            </a:pPr>
            <a:endParaRPr lang="ko-KR" altLang="en-US" sz="1800" baseline="0">
              <a:solidFill>
                <a:srgbClr val="000000"/>
              </a:solidFill>
              <a:latin typeface="Calibri" panose="020F0502020204030204" pitchFamily="34" charset="0"/>
              <a:ea typeface="맑은 고딕" pitchFamily="50" charset="-127"/>
            </a:endParaRPr>
          </a:p>
        </p:txBody>
      </p:sp>
      <p:sp>
        <p:nvSpPr>
          <p:cNvPr id="12" name="텍스트 개체 틀 3"/>
          <p:cNvSpPr>
            <a:spLocks noGrp="1"/>
          </p:cNvSpPr>
          <p:nvPr>
            <p:ph type="body" sz="quarter" idx="19" hasCustomPrompt="1"/>
          </p:nvPr>
        </p:nvSpPr>
        <p:spPr>
          <a:xfrm>
            <a:off x="416496" y="6110230"/>
            <a:ext cx="2880320" cy="262372"/>
          </a:xfrm>
          <a:prstGeom prst="rect">
            <a:avLst/>
          </a:prstGeom>
        </p:spPr>
        <p:txBody>
          <a:bodyPr anchor="t"/>
          <a:lstStyle>
            <a:lvl1pPr marL="0" indent="0" algn="l" latinLnBrk="0">
              <a:lnSpc>
                <a:spcPct val="110000"/>
              </a:lnSpc>
              <a:spcBef>
                <a:spcPts val="0"/>
              </a:spcBef>
              <a:buClr>
                <a:schemeClr val="bg1">
                  <a:lumMod val="50000"/>
                </a:schemeClr>
              </a:buClr>
              <a:buFont typeface="+mj-lt"/>
              <a:buNone/>
              <a:defRPr sz="900" baseline="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1) </a:t>
            </a:r>
            <a:r>
              <a:rPr lang="ko-KR" altLang="en-US" dirty="0"/>
              <a:t>각주</a:t>
            </a:r>
            <a:r>
              <a:rPr lang="en-US" altLang="ko-KR" dirty="0"/>
              <a:t>1,  2) </a:t>
            </a:r>
            <a:r>
              <a:rPr lang="ko-KR" altLang="en-US" dirty="0"/>
              <a:t>각주</a:t>
            </a:r>
            <a:r>
              <a:rPr lang="en-US" altLang="ko-KR" dirty="0"/>
              <a:t>2…</a:t>
            </a:r>
          </a:p>
        </p:txBody>
      </p:sp>
    </p:spTree>
    <p:extLst>
      <p:ext uri="{BB962C8B-B14F-4D97-AF65-F5344CB8AC3E}">
        <p14:creationId xmlns:p14="http://schemas.microsoft.com/office/powerpoint/2010/main" val="3054194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(2단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5"/>
          <p:cNvSpPr>
            <a:spLocks noGrp="1"/>
          </p:cNvSpPr>
          <p:nvPr>
            <p:ph sz="quarter" idx="11" hasCustomPrompt="1"/>
          </p:nvPr>
        </p:nvSpPr>
        <p:spPr>
          <a:xfrm>
            <a:off x="416496" y="514275"/>
            <a:ext cx="9073008" cy="576000"/>
          </a:xfrm>
          <a:prstGeom prst="rect">
            <a:avLst/>
          </a:prstGeom>
        </p:spPr>
        <p:txBody>
          <a:bodyPr lIns="144000" anchor="ctr"/>
          <a:lstStyle>
            <a:lvl1pPr marL="0" indent="0" algn="ctr" latinLnBrk="0">
              <a:buFont typeface="+mj-lt"/>
              <a:buNone/>
              <a:defRPr kumimoji="1" lang="en-US" altLang="ko-KR" sz="1800" b="1" baseline="0" dirty="0" smtClean="0">
                <a:solidFill>
                  <a:srgbClr val="A50021"/>
                </a:solidFill>
                <a:latin typeface="Arial" pitchFamily="34" charset="0"/>
                <a:ea typeface="맑은 고딕" pitchFamily="50" charset="-127"/>
                <a:cs typeface="+mn-cs"/>
              </a:defRPr>
            </a:lvl1pPr>
          </a:lstStyle>
          <a:p>
            <a:pPr marL="0" lvl="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</a:pPr>
            <a:r>
              <a:rPr lang="ko-KR" altLang="en-US" dirty="0"/>
              <a:t>소제목</a:t>
            </a:r>
            <a:endParaRPr lang="en-US" altLang="ko-KR" dirty="0"/>
          </a:p>
        </p:txBody>
      </p:sp>
      <p:sp>
        <p:nvSpPr>
          <p:cNvPr id="7" name="제목 7"/>
          <p:cNvSpPr>
            <a:spLocks noGrp="1"/>
          </p:cNvSpPr>
          <p:nvPr>
            <p:ph type="title" hasCustomPrompt="1"/>
          </p:nvPr>
        </p:nvSpPr>
        <p:spPr>
          <a:xfrm>
            <a:off x="416496" y="65944"/>
            <a:ext cx="9073008" cy="326574"/>
          </a:xfrm>
          <a:prstGeom prst="rect">
            <a:avLst/>
          </a:prstGeom>
        </p:spPr>
        <p:txBody>
          <a:bodyPr anchor="b"/>
          <a:lstStyle>
            <a:lvl1pPr algn="l" rtl="0" eaLnBrk="1" fontAlgn="base" latinLnBrk="0" hangingPunct="1">
              <a:spcBef>
                <a:spcPct val="0"/>
              </a:spcBef>
              <a:spcAft>
                <a:spcPct val="0"/>
              </a:spcAft>
              <a:defRPr kumimoji="1" lang="ko-KR" altLang="en-US" sz="1400" b="0" i="0" baseline="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 dirty="0" err="1"/>
              <a:t>대제목</a:t>
            </a:r>
            <a:endParaRPr lang="ko-KR" altLang="en-US" dirty="0"/>
          </a:p>
        </p:txBody>
      </p:sp>
      <p:sp>
        <p:nvSpPr>
          <p:cNvPr id="8" name="Line 14"/>
          <p:cNvSpPr>
            <a:spLocks noChangeShapeType="1"/>
          </p:cNvSpPr>
          <p:nvPr userDrawn="1"/>
        </p:nvSpPr>
        <p:spPr bwMode="auto">
          <a:xfrm>
            <a:off x="0" y="415422"/>
            <a:ext cx="9906000" cy="0"/>
          </a:xfrm>
          <a:prstGeom prst="line">
            <a:avLst/>
          </a:prstGeom>
          <a:noFill/>
          <a:ln w="3175">
            <a:solidFill>
              <a:schemeClr val="bg1">
                <a:lumMod val="50000"/>
              </a:schemeClr>
            </a:solidFill>
            <a:prstDash val="sysDot"/>
            <a:round/>
            <a:headEnd/>
            <a:tailEnd/>
          </a:ln>
        </p:spPr>
        <p:txBody>
          <a:bodyPr anchor="b"/>
          <a:lstStyle/>
          <a:p>
            <a:pPr latinLnBrk="0">
              <a:defRPr/>
            </a:pPr>
            <a:endParaRPr lang="ko-KR" altLang="en-US" sz="18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4778112" y="6536377"/>
            <a:ext cx="349776" cy="253916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ctr" rtl="0" fontAlgn="base" latinLnBrk="0">
              <a:spcBef>
                <a:spcPct val="0"/>
              </a:spcBef>
              <a:spcAft>
                <a:spcPct val="0"/>
              </a:spcAft>
            </a:pPr>
            <a:fld id="{20D81975-5F40-40F7-A5DB-5814000A945F}" type="slidenum">
              <a:rPr kumimoji="1" lang="ko-KR" altLang="en-US" sz="1050" b="0" kern="1200" baseline="0" smtClean="0">
                <a:solidFill>
                  <a:schemeClr val="tx1"/>
                </a:solidFill>
                <a:latin typeface="Calibri" panose="020F0502020204030204" pitchFamily="34" charset="0"/>
                <a:ea typeface="맑은 고딕" pitchFamily="50" charset="-127"/>
                <a:cs typeface="Arial" pitchFamily="34" charset="0"/>
              </a:rPr>
              <a:pPr algn="ctr" rtl="0" fontAlgn="base" latinLnBrk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ko-KR" altLang="en-US" sz="1050" b="0" kern="1200" baseline="0" dirty="0">
              <a:solidFill>
                <a:schemeClr val="tx1"/>
              </a:solidFill>
              <a:latin typeface="Calibri" panose="020F0502020204030204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5" name="Line 14"/>
          <p:cNvSpPr>
            <a:spLocks noChangeShapeType="1"/>
          </p:cNvSpPr>
          <p:nvPr userDrawn="1"/>
        </p:nvSpPr>
        <p:spPr bwMode="auto">
          <a:xfrm>
            <a:off x="0" y="6381328"/>
            <a:ext cx="9906000" cy="0"/>
          </a:xfrm>
          <a:prstGeom prst="line">
            <a:avLst/>
          </a:prstGeom>
          <a:noFill/>
          <a:ln w="3175">
            <a:solidFill>
              <a:schemeClr val="bg1">
                <a:lumMod val="50000"/>
              </a:schemeClr>
            </a:solidFill>
            <a:prstDash val="sysDot"/>
            <a:round/>
            <a:headEnd/>
            <a:tailEnd/>
          </a:ln>
        </p:spPr>
        <p:txBody>
          <a:bodyPr anchor="b"/>
          <a:lstStyle/>
          <a:p>
            <a:pPr latinLnBrk="0">
              <a:defRPr/>
            </a:pPr>
            <a:endParaRPr lang="ko-KR" altLang="en-US" sz="1800" baseline="0">
              <a:solidFill>
                <a:srgbClr val="000000"/>
              </a:solidFill>
              <a:latin typeface="Calibri" panose="020F0502020204030204" pitchFamily="34" charset="0"/>
              <a:ea typeface="맑은 고딕" pitchFamily="50" charset="-127"/>
            </a:endParaRPr>
          </a:p>
        </p:txBody>
      </p:sp>
      <p:sp>
        <p:nvSpPr>
          <p:cNvPr id="12" name="텍스트 개체 틀 3"/>
          <p:cNvSpPr>
            <a:spLocks noGrp="1"/>
          </p:cNvSpPr>
          <p:nvPr>
            <p:ph type="body" sz="quarter" idx="20" hasCustomPrompt="1"/>
          </p:nvPr>
        </p:nvSpPr>
        <p:spPr>
          <a:xfrm>
            <a:off x="416496" y="6110230"/>
            <a:ext cx="2880320" cy="262372"/>
          </a:xfrm>
          <a:prstGeom prst="rect">
            <a:avLst/>
          </a:prstGeom>
        </p:spPr>
        <p:txBody>
          <a:bodyPr anchor="t"/>
          <a:lstStyle>
            <a:lvl1pPr marL="0" indent="0" algn="l" latinLnBrk="0">
              <a:lnSpc>
                <a:spcPct val="110000"/>
              </a:lnSpc>
              <a:spcBef>
                <a:spcPts val="0"/>
              </a:spcBef>
              <a:buClr>
                <a:schemeClr val="bg1">
                  <a:lumMod val="50000"/>
                </a:schemeClr>
              </a:buClr>
              <a:buFont typeface="+mj-lt"/>
              <a:buNone/>
              <a:defRPr sz="900" baseline="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1) </a:t>
            </a:r>
            <a:r>
              <a:rPr lang="ko-KR" altLang="en-US" dirty="0"/>
              <a:t>각주</a:t>
            </a:r>
            <a:r>
              <a:rPr lang="en-US" altLang="ko-KR" dirty="0"/>
              <a:t>1,  2) </a:t>
            </a:r>
            <a:r>
              <a:rPr lang="ko-KR" altLang="en-US" dirty="0"/>
              <a:t>각주</a:t>
            </a:r>
            <a:r>
              <a:rPr lang="en-US" altLang="ko-KR" dirty="0"/>
              <a:t>2…</a:t>
            </a:r>
          </a:p>
        </p:txBody>
      </p:sp>
      <p:sp>
        <p:nvSpPr>
          <p:cNvPr id="14" name="내용 개체 틀 10"/>
          <p:cNvSpPr>
            <a:spLocks noGrp="1"/>
          </p:cNvSpPr>
          <p:nvPr>
            <p:ph sz="quarter" idx="18"/>
          </p:nvPr>
        </p:nvSpPr>
        <p:spPr>
          <a:xfrm>
            <a:off x="416496" y="1185948"/>
            <a:ext cx="4536504" cy="4915556"/>
          </a:xfrm>
          <a:prstGeom prst="rect">
            <a:avLst/>
          </a:prstGeom>
        </p:spPr>
        <p:txBody>
          <a:bodyPr/>
          <a:lstStyle>
            <a:lvl1pPr marL="261938" indent="-26193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Wingdings" pitchFamily="2" charset="2"/>
              <a:buChar char="q"/>
              <a:defRPr kumimoji="1" lang="ko-KR" altLang="en-US" sz="1600" b="1" u="none" baseline="0" dirty="0" smtClean="0">
                <a:solidFill>
                  <a:schemeClr val="tx1"/>
                </a:solidFill>
                <a:latin typeface="Calibri" panose="020F0502020204030204" pitchFamily="34" charset="0"/>
                <a:ea typeface="맑은 고딕" pitchFamily="50" charset="-127"/>
                <a:cs typeface="+mn-cs"/>
              </a:defRPr>
            </a:lvl1pPr>
            <a:lvl2pPr marL="396000" indent="-216000" algn="l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kumimoji="1" lang="ko-KR" altLang="en-US" sz="1400" b="0" baseline="0" dirty="0" smtClean="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2pPr>
            <a:lvl3pPr marL="576000" indent="-216000" algn="l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lang="ko-KR" altLang="en-US" sz="1200" baseline="0" dirty="0" smtClean="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3pPr>
            <a:lvl4pPr marL="787400" indent="-246063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ü"/>
              <a:defRPr kumimoji="1" lang="ko-KR" altLang="en-US" sz="1200" baseline="0" dirty="0" smtClean="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4pPr>
            <a:lvl5pPr marL="952500" indent="-238125" latinLnBrk="0"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−"/>
              <a:defRPr sz="1100" baseline="0">
                <a:latin typeface="맑은 고딕" pitchFamily="50" charset="-127"/>
                <a:ea typeface="맑은 고딕" pitchFamily="50" charset="-127"/>
              </a:defRPr>
            </a:lvl5pPr>
          </a:lstStyle>
          <a:p>
            <a:pPr marL="261938" lvl="0" indent="-26193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ko-KR" altLang="en-US"/>
              <a:t>마스터 텍스트 스타일을 편집합니다</a:t>
            </a:r>
          </a:p>
          <a:p>
            <a:pPr marL="261938" lvl="1" indent="-26193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ko-KR" altLang="en-US"/>
              <a:t>둘째 수준</a:t>
            </a:r>
          </a:p>
          <a:p>
            <a:pPr marL="261938" lvl="2" indent="-26193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ko-KR" altLang="en-US"/>
              <a:t>셋째 수준</a:t>
            </a:r>
          </a:p>
          <a:p>
            <a:pPr marL="261938" lvl="3" indent="-26193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ko-KR" altLang="en-US"/>
              <a:t>넷째 수준</a:t>
            </a:r>
          </a:p>
          <a:p>
            <a:pPr marL="261938" lvl="4" indent="-26193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ko-KR" altLang="en-US"/>
              <a:t>다섯째 수준</a:t>
            </a:r>
            <a:endParaRPr lang="en-US" altLang="ko-KR" dirty="0"/>
          </a:p>
        </p:txBody>
      </p:sp>
      <p:sp>
        <p:nvSpPr>
          <p:cNvPr id="18" name="내용 개체 틀 10"/>
          <p:cNvSpPr>
            <a:spLocks noGrp="1"/>
          </p:cNvSpPr>
          <p:nvPr>
            <p:ph sz="quarter" idx="21"/>
          </p:nvPr>
        </p:nvSpPr>
        <p:spPr>
          <a:xfrm>
            <a:off x="4953000" y="1185948"/>
            <a:ext cx="4536504" cy="4915556"/>
          </a:xfrm>
          <a:prstGeom prst="rect">
            <a:avLst/>
          </a:prstGeom>
        </p:spPr>
        <p:txBody>
          <a:bodyPr/>
          <a:lstStyle>
            <a:lvl1pPr marL="261938" indent="-26193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Wingdings" pitchFamily="2" charset="2"/>
              <a:buChar char="q"/>
              <a:defRPr kumimoji="1" lang="ko-KR" altLang="en-US" sz="1600" b="1" u="none" baseline="0" dirty="0" smtClean="0">
                <a:solidFill>
                  <a:schemeClr val="tx1"/>
                </a:solidFill>
                <a:latin typeface="Calibri" panose="020F0502020204030204" pitchFamily="34" charset="0"/>
                <a:ea typeface="맑은 고딕" pitchFamily="50" charset="-127"/>
                <a:cs typeface="+mn-cs"/>
              </a:defRPr>
            </a:lvl1pPr>
            <a:lvl2pPr marL="396000" indent="-216000" algn="l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kumimoji="1" lang="ko-KR" altLang="en-US" sz="1400" b="0" baseline="0" dirty="0" smtClean="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2pPr>
            <a:lvl3pPr marL="576000" indent="-216000" algn="l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lang="ko-KR" altLang="en-US" sz="1200" baseline="0" dirty="0" smtClean="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3pPr>
            <a:lvl4pPr marL="787400" indent="-246063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ü"/>
              <a:defRPr kumimoji="1" lang="ko-KR" altLang="en-US" sz="1200" baseline="0" dirty="0" smtClean="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4pPr>
            <a:lvl5pPr marL="952500" indent="-238125" latinLnBrk="0"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−"/>
              <a:defRPr sz="1100" baseline="0">
                <a:latin typeface="맑은 고딕" pitchFamily="50" charset="-127"/>
                <a:ea typeface="맑은 고딕" pitchFamily="50" charset="-127"/>
              </a:defRPr>
            </a:lvl5pPr>
          </a:lstStyle>
          <a:p>
            <a:pPr marL="261938" lvl="0" indent="-26193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ko-KR" altLang="en-US"/>
              <a:t>마스터 텍스트 스타일을 편집합니다</a:t>
            </a:r>
          </a:p>
          <a:p>
            <a:pPr marL="261938" lvl="1" indent="-26193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ko-KR" altLang="en-US"/>
              <a:t>둘째 수준</a:t>
            </a:r>
          </a:p>
          <a:p>
            <a:pPr marL="261938" lvl="2" indent="-26193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ko-KR" altLang="en-US"/>
              <a:t>셋째 수준</a:t>
            </a:r>
          </a:p>
          <a:p>
            <a:pPr marL="261938" lvl="3" indent="-26193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ko-KR" altLang="en-US"/>
              <a:t>넷째 수준</a:t>
            </a:r>
          </a:p>
          <a:p>
            <a:pPr marL="261938" lvl="4" indent="-26193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ko-KR" altLang="en-US"/>
              <a:t>다섯째 수준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44127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7"/>
          <p:cNvSpPr>
            <a:spLocks noGrp="1"/>
          </p:cNvSpPr>
          <p:nvPr>
            <p:ph type="title" hasCustomPrompt="1"/>
          </p:nvPr>
        </p:nvSpPr>
        <p:spPr>
          <a:xfrm>
            <a:off x="416496" y="65944"/>
            <a:ext cx="9073008" cy="326574"/>
          </a:xfrm>
          <a:prstGeom prst="rect">
            <a:avLst/>
          </a:prstGeom>
        </p:spPr>
        <p:txBody>
          <a:bodyPr anchor="b"/>
          <a:lstStyle>
            <a:lvl1pPr algn="l" rtl="0" eaLnBrk="1" fontAlgn="base" latinLnBrk="0" hangingPunct="1">
              <a:spcBef>
                <a:spcPct val="0"/>
              </a:spcBef>
              <a:spcAft>
                <a:spcPct val="0"/>
              </a:spcAft>
              <a:defRPr kumimoji="1" lang="ko-KR" altLang="en-US" sz="1400" b="0" i="0" baseline="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 dirty="0" err="1"/>
              <a:t>대제목</a:t>
            </a:r>
            <a:endParaRPr lang="ko-KR" altLang="en-US" dirty="0"/>
          </a:p>
        </p:txBody>
      </p:sp>
      <p:sp>
        <p:nvSpPr>
          <p:cNvPr id="4" name="Line 14"/>
          <p:cNvSpPr>
            <a:spLocks noChangeShapeType="1"/>
          </p:cNvSpPr>
          <p:nvPr userDrawn="1"/>
        </p:nvSpPr>
        <p:spPr bwMode="auto">
          <a:xfrm>
            <a:off x="0" y="415422"/>
            <a:ext cx="9906000" cy="0"/>
          </a:xfrm>
          <a:prstGeom prst="line">
            <a:avLst/>
          </a:prstGeom>
          <a:noFill/>
          <a:ln w="3175">
            <a:solidFill>
              <a:schemeClr val="bg1">
                <a:lumMod val="50000"/>
              </a:schemeClr>
            </a:solidFill>
            <a:prstDash val="sysDot"/>
            <a:round/>
            <a:headEnd/>
            <a:tailEnd/>
          </a:ln>
        </p:spPr>
        <p:txBody>
          <a:bodyPr anchor="b"/>
          <a:lstStyle/>
          <a:p>
            <a:pPr latinLnBrk="0">
              <a:defRPr/>
            </a:pPr>
            <a:endParaRPr lang="ko-KR" altLang="en-US" sz="1800">
              <a:solidFill>
                <a:srgbClr val="000000"/>
              </a:solidFill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5" name="내용 개체 틀 5"/>
          <p:cNvSpPr>
            <a:spLocks noGrp="1"/>
          </p:cNvSpPr>
          <p:nvPr>
            <p:ph sz="quarter" idx="11" hasCustomPrompt="1"/>
          </p:nvPr>
        </p:nvSpPr>
        <p:spPr>
          <a:xfrm>
            <a:off x="416496" y="514275"/>
            <a:ext cx="9073008" cy="576000"/>
          </a:xfrm>
          <a:prstGeom prst="rect">
            <a:avLst/>
          </a:prstGeom>
        </p:spPr>
        <p:txBody>
          <a:bodyPr lIns="144000" anchor="ctr"/>
          <a:lstStyle>
            <a:lvl1pPr marL="0" indent="0" algn="ctr" latinLnBrk="0">
              <a:buFont typeface="+mj-lt"/>
              <a:buNone/>
              <a:defRPr kumimoji="1" lang="en-US" altLang="ko-KR" sz="1800" b="1" baseline="0" dirty="0" smtClean="0">
                <a:solidFill>
                  <a:srgbClr val="A50021"/>
                </a:solidFill>
                <a:latin typeface="Arial" pitchFamily="34" charset="0"/>
                <a:ea typeface="맑은 고딕" pitchFamily="50" charset="-127"/>
                <a:cs typeface="+mn-cs"/>
              </a:defRPr>
            </a:lvl1pPr>
          </a:lstStyle>
          <a:p>
            <a:pPr marL="0" lvl="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</a:pPr>
            <a:r>
              <a:rPr lang="ko-KR" altLang="en-US" dirty="0"/>
              <a:t>소제목</a:t>
            </a:r>
            <a:endParaRPr lang="en-US" altLang="ko-KR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4778112" y="6536377"/>
            <a:ext cx="349776" cy="253916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ctr" rtl="0" fontAlgn="base" latinLnBrk="0">
              <a:spcBef>
                <a:spcPct val="0"/>
              </a:spcBef>
              <a:spcAft>
                <a:spcPct val="0"/>
              </a:spcAft>
            </a:pPr>
            <a:fld id="{20D81975-5F40-40F7-A5DB-5814000A945F}" type="slidenum">
              <a:rPr kumimoji="1" lang="ko-KR" altLang="en-US" sz="1050" b="0" kern="1200" baseline="0" smtClean="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Arial" pitchFamily="34" charset="0"/>
              </a:rPr>
              <a:pPr algn="ctr" rtl="0" fontAlgn="base" latinLnBrk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ko-KR" altLang="en-US" sz="1050" b="0" kern="1200" baseline="0" dirty="0">
              <a:solidFill>
                <a:schemeClr val="tx1"/>
              </a:solidFill>
              <a:latin typeface="Calibri" panose="020F0502020204030204" pitchFamily="34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9" name="Line 14"/>
          <p:cNvSpPr>
            <a:spLocks noChangeShapeType="1"/>
          </p:cNvSpPr>
          <p:nvPr userDrawn="1"/>
        </p:nvSpPr>
        <p:spPr bwMode="auto">
          <a:xfrm>
            <a:off x="0" y="6381328"/>
            <a:ext cx="9906000" cy="0"/>
          </a:xfrm>
          <a:prstGeom prst="line">
            <a:avLst/>
          </a:prstGeom>
          <a:noFill/>
          <a:ln w="3175">
            <a:solidFill>
              <a:schemeClr val="bg1">
                <a:lumMod val="50000"/>
              </a:schemeClr>
            </a:solidFill>
            <a:prstDash val="sysDot"/>
            <a:round/>
            <a:headEnd/>
            <a:tailEnd/>
          </a:ln>
        </p:spPr>
        <p:txBody>
          <a:bodyPr anchor="b"/>
          <a:lstStyle/>
          <a:p>
            <a:pPr latinLnBrk="0">
              <a:defRPr/>
            </a:pPr>
            <a:endParaRPr lang="ko-KR" altLang="en-US" sz="1800" baseline="0">
              <a:solidFill>
                <a:srgbClr val="000000"/>
              </a:solidFill>
              <a:latin typeface="Calibri" panose="020F0502020204030204" pitchFamily="34" charset="0"/>
              <a:ea typeface="맑은 고딕" pitchFamily="50" charset="-127"/>
            </a:endParaRPr>
          </a:p>
        </p:txBody>
      </p:sp>
      <p:sp>
        <p:nvSpPr>
          <p:cNvPr id="10" name="텍스트 개체 틀 3"/>
          <p:cNvSpPr>
            <a:spLocks noGrp="1"/>
          </p:cNvSpPr>
          <p:nvPr>
            <p:ph type="body" sz="quarter" idx="19" hasCustomPrompt="1"/>
          </p:nvPr>
        </p:nvSpPr>
        <p:spPr>
          <a:xfrm>
            <a:off x="416496" y="6110230"/>
            <a:ext cx="2880320" cy="262372"/>
          </a:xfrm>
          <a:prstGeom prst="rect">
            <a:avLst/>
          </a:prstGeom>
        </p:spPr>
        <p:txBody>
          <a:bodyPr anchor="t"/>
          <a:lstStyle>
            <a:lvl1pPr marL="0" indent="0" algn="l" latinLnBrk="0">
              <a:lnSpc>
                <a:spcPct val="110000"/>
              </a:lnSpc>
              <a:spcBef>
                <a:spcPts val="0"/>
              </a:spcBef>
              <a:buClr>
                <a:schemeClr val="bg1">
                  <a:lumMod val="50000"/>
                </a:schemeClr>
              </a:buClr>
              <a:buFont typeface="+mj-lt"/>
              <a:buNone/>
              <a:defRPr sz="900" baseline="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1) </a:t>
            </a:r>
            <a:r>
              <a:rPr lang="ko-KR" altLang="en-US" dirty="0"/>
              <a:t>각주</a:t>
            </a:r>
            <a:r>
              <a:rPr lang="en-US" altLang="ko-KR" dirty="0"/>
              <a:t>1,  2) </a:t>
            </a:r>
            <a:r>
              <a:rPr lang="ko-KR" altLang="en-US" dirty="0"/>
              <a:t>각주</a:t>
            </a:r>
            <a:r>
              <a:rPr lang="en-US" altLang="ko-KR" dirty="0"/>
              <a:t>2…</a:t>
            </a:r>
          </a:p>
        </p:txBody>
      </p:sp>
    </p:spTree>
    <p:extLst>
      <p:ext uri="{BB962C8B-B14F-4D97-AF65-F5344CB8AC3E}">
        <p14:creationId xmlns:p14="http://schemas.microsoft.com/office/powerpoint/2010/main" val="702817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그림 (1단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7"/>
          <p:cNvSpPr>
            <a:spLocks noGrp="1"/>
          </p:cNvSpPr>
          <p:nvPr>
            <p:ph type="title" hasCustomPrompt="1"/>
          </p:nvPr>
        </p:nvSpPr>
        <p:spPr>
          <a:xfrm>
            <a:off x="416496" y="65944"/>
            <a:ext cx="9073008" cy="326574"/>
          </a:xfrm>
          <a:prstGeom prst="rect">
            <a:avLst/>
          </a:prstGeom>
        </p:spPr>
        <p:txBody>
          <a:bodyPr anchor="b"/>
          <a:lstStyle>
            <a:lvl1pPr algn="l" rtl="0" eaLnBrk="1" fontAlgn="base" latinLnBrk="0" hangingPunct="1">
              <a:spcBef>
                <a:spcPct val="0"/>
              </a:spcBef>
              <a:spcAft>
                <a:spcPct val="0"/>
              </a:spcAft>
              <a:defRPr kumimoji="1" lang="ko-KR" altLang="en-US" sz="1400" b="0" i="0" baseline="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 dirty="0" err="1"/>
              <a:t>대제목</a:t>
            </a:r>
            <a:endParaRPr lang="ko-KR" altLang="en-US" dirty="0"/>
          </a:p>
        </p:txBody>
      </p:sp>
      <p:sp>
        <p:nvSpPr>
          <p:cNvPr id="4" name="Line 14"/>
          <p:cNvSpPr>
            <a:spLocks noChangeShapeType="1"/>
          </p:cNvSpPr>
          <p:nvPr userDrawn="1"/>
        </p:nvSpPr>
        <p:spPr bwMode="auto">
          <a:xfrm>
            <a:off x="0" y="415422"/>
            <a:ext cx="9906000" cy="0"/>
          </a:xfrm>
          <a:prstGeom prst="line">
            <a:avLst/>
          </a:prstGeom>
          <a:noFill/>
          <a:ln w="3175">
            <a:solidFill>
              <a:schemeClr val="bg1">
                <a:lumMod val="50000"/>
              </a:schemeClr>
            </a:solidFill>
            <a:prstDash val="sysDot"/>
            <a:round/>
            <a:headEnd/>
            <a:tailEnd/>
          </a:ln>
        </p:spPr>
        <p:txBody>
          <a:bodyPr anchor="b"/>
          <a:lstStyle/>
          <a:p>
            <a:pPr latinLnBrk="0">
              <a:defRPr/>
            </a:pPr>
            <a:endParaRPr lang="ko-KR" altLang="en-US" sz="1800">
              <a:solidFill>
                <a:srgbClr val="000000"/>
              </a:solidFill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4778112" y="6536377"/>
            <a:ext cx="349776" cy="253916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ctr" rtl="0" fontAlgn="base" latinLnBrk="0">
              <a:spcBef>
                <a:spcPct val="0"/>
              </a:spcBef>
              <a:spcAft>
                <a:spcPct val="0"/>
              </a:spcAft>
            </a:pPr>
            <a:fld id="{20D81975-5F40-40F7-A5DB-5814000A945F}" type="slidenum">
              <a:rPr kumimoji="1" lang="ko-KR" altLang="en-US" sz="1050" b="0" kern="1200" baseline="0" smtClean="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Arial" pitchFamily="34" charset="0"/>
              </a:rPr>
              <a:pPr algn="ctr" rtl="0" fontAlgn="base" latinLnBrk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ko-KR" altLang="en-US" sz="1050" b="0" kern="1200" baseline="0" dirty="0">
              <a:solidFill>
                <a:schemeClr val="tx1"/>
              </a:solidFill>
              <a:latin typeface="Calibri" panose="020F0502020204030204" pitchFamily="34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21" name="Line 14"/>
          <p:cNvSpPr>
            <a:spLocks noChangeShapeType="1"/>
          </p:cNvSpPr>
          <p:nvPr userDrawn="1"/>
        </p:nvSpPr>
        <p:spPr bwMode="auto">
          <a:xfrm>
            <a:off x="0" y="6381328"/>
            <a:ext cx="9906000" cy="0"/>
          </a:xfrm>
          <a:prstGeom prst="line">
            <a:avLst/>
          </a:prstGeom>
          <a:noFill/>
          <a:ln w="3175">
            <a:solidFill>
              <a:schemeClr val="bg1">
                <a:lumMod val="50000"/>
              </a:schemeClr>
            </a:solidFill>
            <a:prstDash val="sysDot"/>
            <a:round/>
            <a:headEnd/>
            <a:tailEnd/>
          </a:ln>
        </p:spPr>
        <p:txBody>
          <a:bodyPr anchor="b"/>
          <a:lstStyle/>
          <a:p>
            <a:pPr latinLnBrk="0">
              <a:defRPr/>
            </a:pPr>
            <a:endParaRPr lang="ko-KR" altLang="en-US" sz="1800" baseline="0">
              <a:solidFill>
                <a:srgbClr val="000000"/>
              </a:solidFill>
              <a:latin typeface="Calibri" panose="020F0502020204030204" pitchFamily="34" charset="0"/>
              <a:ea typeface="맑은 고딕" pitchFamily="50" charset="-127"/>
            </a:endParaRPr>
          </a:p>
        </p:txBody>
      </p:sp>
      <p:sp>
        <p:nvSpPr>
          <p:cNvPr id="22" name="내용 개체 틀 5"/>
          <p:cNvSpPr>
            <a:spLocks noGrp="1"/>
          </p:cNvSpPr>
          <p:nvPr>
            <p:ph sz="quarter" idx="11" hasCustomPrompt="1"/>
          </p:nvPr>
        </p:nvSpPr>
        <p:spPr>
          <a:xfrm>
            <a:off x="416496" y="514275"/>
            <a:ext cx="9073008" cy="576000"/>
          </a:xfrm>
          <a:prstGeom prst="rect">
            <a:avLst/>
          </a:prstGeom>
        </p:spPr>
        <p:txBody>
          <a:bodyPr lIns="144000" anchor="ctr"/>
          <a:lstStyle>
            <a:lvl1pPr marL="0" indent="0" algn="ctr" latinLnBrk="0">
              <a:buFont typeface="+mj-lt"/>
              <a:buNone/>
              <a:defRPr kumimoji="1" lang="en-US" altLang="ko-KR" sz="1800" b="1" baseline="0" dirty="0" smtClean="0">
                <a:solidFill>
                  <a:srgbClr val="A50021"/>
                </a:solidFill>
                <a:latin typeface="Arial" pitchFamily="34" charset="0"/>
                <a:ea typeface="맑은 고딕" pitchFamily="50" charset="-127"/>
                <a:cs typeface="+mn-cs"/>
              </a:defRPr>
            </a:lvl1pPr>
          </a:lstStyle>
          <a:p>
            <a:pPr marL="0" lvl="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</a:pPr>
            <a:r>
              <a:rPr lang="ko-KR" altLang="en-US" dirty="0"/>
              <a:t>소제목</a:t>
            </a:r>
            <a:endParaRPr lang="en-US" altLang="ko-KR" dirty="0"/>
          </a:p>
        </p:txBody>
      </p:sp>
      <p:sp>
        <p:nvSpPr>
          <p:cNvPr id="24" name="직사각형 23"/>
          <p:cNvSpPr/>
          <p:nvPr userDrawn="1"/>
        </p:nvSpPr>
        <p:spPr>
          <a:xfrm>
            <a:off x="416495" y="2315011"/>
            <a:ext cx="9073009" cy="3786493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1" name="텍스트 개체 틀 3"/>
          <p:cNvSpPr>
            <a:spLocks noGrp="1"/>
          </p:cNvSpPr>
          <p:nvPr>
            <p:ph type="body" sz="quarter" idx="19" hasCustomPrompt="1"/>
          </p:nvPr>
        </p:nvSpPr>
        <p:spPr>
          <a:xfrm>
            <a:off x="416496" y="6110230"/>
            <a:ext cx="2880320" cy="262372"/>
          </a:xfrm>
          <a:prstGeom prst="rect">
            <a:avLst/>
          </a:prstGeom>
        </p:spPr>
        <p:txBody>
          <a:bodyPr anchor="t"/>
          <a:lstStyle>
            <a:lvl1pPr marL="0" indent="0" algn="l" latinLnBrk="0">
              <a:lnSpc>
                <a:spcPct val="110000"/>
              </a:lnSpc>
              <a:spcBef>
                <a:spcPts val="0"/>
              </a:spcBef>
              <a:buClr>
                <a:schemeClr val="bg1">
                  <a:lumMod val="50000"/>
                </a:schemeClr>
              </a:buClr>
              <a:buFont typeface="+mj-lt"/>
              <a:buNone/>
              <a:defRPr sz="900" baseline="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1) </a:t>
            </a:r>
            <a:r>
              <a:rPr lang="ko-KR" altLang="en-US" dirty="0"/>
              <a:t>각주</a:t>
            </a:r>
            <a:r>
              <a:rPr lang="en-US" altLang="ko-KR" dirty="0"/>
              <a:t>1,  2) </a:t>
            </a:r>
            <a:r>
              <a:rPr lang="ko-KR" altLang="en-US" dirty="0"/>
              <a:t>각주</a:t>
            </a:r>
            <a:r>
              <a:rPr lang="en-US" altLang="ko-KR" dirty="0"/>
              <a:t>2…</a:t>
            </a:r>
          </a:p>
        </p:txBody>
      </p:sp>
      <p:sp>
        <p:nvSpPr>
          <p:cNvPr id="13" name="내용 개체 틀 10"/>
          <p:cNvSpPr>
            <a:spLocks noGrp="1"/>
          </p:cNvSpPr>
          <p:nvPr>
            <p:ph sz="quarter" idx="20"/>
          </p:nvPr>
        </p:nvSpPr>
        <p:spPr>
          <a:xfrm>
            <a:off x="416496" y="1185948"/>
            <a:ext cx="9073008" cy="1054231"/>
          </a:xfrm>
          <a:prstGeom prst="rect">
            <a:avLst/>
          </a:prstGeom>
        </p:spPr>
        <p:txBody>
          <a:bodyPr/>
          <a:lstStyle>
            <a:lvl1pPr marL="261938" indent="-26193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Wingdings" pitchFamily="2" charset="2"/>
              <a:buChar char="q"/>
              <a:defRPr kumimoji="1" lang="ko-KR" altLang="en-US" sz="1600" b="1" u="none" baseline="0" dirty="0" smtClean="0">
                <a:solidFill>
                  <a:schemeClr val="tx1"/>
                </a:solidFill>
                <a:latin typeface="Calibri" panose="020F0502020204030204" pitchFamily="34" charset="0"/>
                <a:ea typeface="맑은 고딕" pitchFamily="50" charset="-127"/>
                <a:cs typeface="+mn-cs"/>
              </a:defRPr>
            </a:lvl1pPr>
            <a:lvl2pPr marL="396000" indent="-216000" algn="l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kumimoji="1" lang="ko-KR" altLang="en-US" sz="1400" b="0" baseline="0" dirty="0" smtClean="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2pPr>
            <a:lvl3pPr marL="576000" indent="-216000" algn="l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lang="ko-KR" altLang="en-US" sz="1200" baseline="0" dirty="0" smtClean="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3pPr>
            <a:lvl4pPr marL="787400" indent="-246063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ü"/>
              <a:defRPr kumimoji="1" lang="ko-KR" altLang="en-US" sz="1200" baseline="0" dirty="0" smtClean="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4pPr>
            <a:lvl5pPr marL="952500" indent="-238125" latinLnBrk="0"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−"/>
              <a:defRPr sz="1100" baseline="0">
                <a:latin typeface="맑은 고딕" pitchFamily="50" charset="-127"/>
                <a:ea typeface="맑은 고딕" pitchFamily="50" charset="-127"/>
              </a:defRPr>
            </a:lvl5pPr>
          </a:lstStyle>
          <a:p>
            <a:pPr marL="261938" lvl="0" indent="-26193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ko-KR" altLang="en-US"/>
              <a:t>마스터 텍스트 스타일을 편집합니다</a:t>
            </a:r>
          </a:p>
          <a:p>
            <a:pPr marL="261938" lvl="1" indent="-26193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ko-KR" altLang="en-US"/>
              <a:t>둘째 수준</a:t>
            </a:r>
          </a:p>
          <a:p>
            <a:pPr marL="261938" lvl="2" indent="-26193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ko-KR" altLang="en-US"/>
              <a:t>셋째 수준</a:t>
            </a:r>
          </a:p>
        </p:txBody>
      </p:sp>
    </p:spTree>
    <p:extLst>
      <p:ext uri="{BB962C8B-B14F-4D97-AF65-F5344CB8AC3E}">
        <p14:creationId xmlns:p14="http://schemas.microsoft.com/office/powerpoint/2010/main" val="2575653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그림 (2단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7"/>
          <p:cNvSpPr>
            <a:spLocks noGrp="1"/>
          </p:cNvSpPr>
          <p:nvPr>
            <p:ph type="title" hasCustomPrompt="1"/>
          </p:nvPr>
        </p:nvSpPr>
        <p:spPr>
          <a:xfrm>
            <a:off x="416496" y="65944"/>
            <a:ext cx="9073008" cy="326574"/>
          </a:xfrm>
          <a:prstGeom prst="rect">
            <a:avLst/>
          </a:prstGeom>
        </p:spPr>
        <p:txBody>
          <a:bodyPr anchor="b"/>
          <a:lstStyle>
            <a:lvl1pPr algn="l" rtl="0" eaLnBrk="1" fontAlgn="base" latinLnBrk="0" hangingPunct="1">
              <a:spcBef>
                <a:spcPct val="0"/>
              </a:spcBef>
              <a:spcAft>
                <a:spcPct val="0"/>
              </a:spcAft>
              <a:defRPr kumimoji="1" lang="ko-KR" altLang="en-US" sz="1400" b="0" i="0" baseline="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 dirty="0" err="1"/>
              <a:t>대제목</a:t>
            </a:r>
            <a:endParaRPr lang="ko-KR" altLang="en-US" dirty="0"/>
          </a:p>
        </p:txBody>
      </p:sp>
      <p:sp>
        <p:nvSpPr>
          <p:cNvPr id="4" name="Line 14"/>
          <p:cNvSpPr>
            <a:spLocks noChangeShapeType="1"/>
          </p:cNvSpPr>
          <p:nvPr userDrawn="1"/>
        </p:nvSpPr>
        <p:spPr bwMode="auto">
          <a:xfrm>
            <a:off x="0" y="415422"/>
            <a:ext cx="9906000" cy="0"/>
          </a:xfrm>
          <a:prstGeom prst="line">
            <a:avLst/>
          </a:prstGeom>
          <a:noFill/>
          <a:ln w="3175">
            <a:solidFill>
              <a:schemeClr val="bg1">
                <a:lumMod val="50000"/>
              </a:schemeClr>
            </a:solidFill>
            <a:prstDash val="sysDot"/>
            <a:round/>
            <a:headEnd/>
            <a:tailEnd/>
          </a:ln>
        </p:spPr>
        <p:txBody>
          <a:bodyPr anchor="b"/>
          <a:lstStyle/>
          <a:p>
            <a:pPr latinLnBrk="0">
              <a:defRPr/>
            </a:pPr>
            <a:endParaRPr lang="ko-KR" altLang="en-US" sz="1800">
              <a:solidFill>
                <a:srgbClr val="000000"/>
              </a:solidFill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4778112" y="6536377"/>
            <a:ext cx="349776" cy="253916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ctr" rtl="0" fontAlgn="base" latinLnBrk="0">
              <a:spcBef>
                <a:spcPct val="0"/>
              </a:spcBef>
              <a:spcAft>
                <a:spcPct val="0"/>
              </a:spcAft>
            </a:pPr>
            <a:fld id="{20D81975-5F40-40F7-A5DB-5814000A945F}" type="slidenum">
              <a:rPr kumimoji="1" lang="ko-KR" altLang="en-US" sz="1050" b="0" kern="1200" baseline="0" smtClean="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Arial" pitchFamily="34" charset="0"/>
              </a:rPr>
              <a:pPr algn="ctr" rtl="0" fontAlgn="base" latinLnBrk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ko-KR" altLang="en-US" sz="1050" b="0" kern="1200" baseline="0" dirty="0">
              <a:solidFill>
                <a:schemeClr val="tx1"/>
              </a:solidFill>
              <a:latin typeface="Calibri" panose="020F0502020204030204" pitchFamily="34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8" name="Line 14"/>
          <p:cNvSpPr>
            <a:spLocks noChangeShapeType="1"/>
          </p:cNvSpPr>
          <p:nvPr userDrawn="1"/>
        </p:nvSpPr>
        <p:spPr bwMode="auto">
          <a:xfrm>
            <a:off x="0" y="6381328"/>
            <a:ext cx="9906000" cy="0"/>
          </a:xfrm>
          <a:prstGeom prst="line">
            <a:avLst/>
          </a:prstGeom>
          <a:noFill/>
          <a:ln w="3175">
            <a:solidFill>
              <a:schemeClr val="bg1">
                <a:lumMod val="50000"/>
              </a:schemeClr>
            </a:solidFill>
            <a:prstDash val="sysDot"/>
            <a:round/>
            <a:headEnd/>
            <a:tailEnd/>
          </a:ln>
        </p:spPr>
        <p:txBody>
          <a:bodyPr anchor="b"/>
          <a:lstStyle/>
          <a:p>
            <a:pPr latinLnBrk="0">
              <a:defRPr/>
            </a:pPr>
            <a:endParaRPr lang="ko-KR" altLang="en-US" sz="1800" baseline="0">
              <a:solidFill>
                <a:srgbClr val="000000"/>
              </a:solidFill>
              <a:latin typeface="Calibri" panose="020F0502020204030204" pitchFamily="34" charset="0"/>
              <a:ea typeface="맑은 고딕" pitchFamily="50" charset="-127"/>
            </a:endParaRPr>
          </a:p>
        </p:txBody>
      </p:sp>
      <p:sp>
        <p:nvSpPr>
          <p:cNvPr id="9" name="내용 개체 틀 5"/>
          <p:cNvSpPr>
            <a:spLocks noGrp="1"/>
          </p:cNvSpPr>
          <p:nvPr>
            <p:ph sz="quarter" idx="11" hasCustomPrompt="1"/>
          </p:nvPr>
        </p:nvSpPr>
        <p:spPr>
          <a:xfrm>
            <a:off x="416496" y="514275"/>
            <a:ext cx="9073008" cy="576000"/>
          </a:xfrm>
          <a:prstGeom prst="rect">
            <a:avLst/>
          </a:prstGeom>
        </p:spPr>
        <p:txBody>
          <a:bodyPr lIns="144000" anchor="ctr"/>
          <a:lstStyle>
            <a:lvl1pPr marL="0" indent="0" algn="ctr" latinLnBrk="0">
              <a:buFont typeface="+mj-lt"/>
              <a:buNone/>
              <a:defRPr kumimoji="1" lang="en-US" altLang="ko-KR" sz="1800" b="1" baseline="0" dirty="0" smtClean="0">
                <a:solidFill>
                  <a:srgbClr val="A50021"/>
                </a:solidFill>
                <a:latin typeface="Arial" pitchFamily="34" charset="0"/>
                <a:ea typeface="맑은 고딕" pitchFamily="50" charset="-127"/>
                <a:cs typeface="+mn-cs"/>
              </a:defRPr>
            </a:lvl1pPr>
          </a:lstStyle>
          <a:p>
            <a:pPr marL="0" lvl="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</a:pPr>
            <a:r>
              <a:rPr lang="ko-KR" altLang="en-US" dirty="0"/>
              <a:t>소제목</a:t>
            </a:r>
            <a:endParaRPr lang="en-US" altLang="ko-KR" dirty="0"/>
          </a:p>
        </p:txBody>
      </p:sp>
      <p:sp>
        <p:nvSpPr>
          <p:cNvPr id="11" name="직사각형 10"/>
          <p:cNvSpPr/>
          <p:nvPr userDrawn="1"/>
        </p:nvSpPr>
        <p:spPr>
          <a:xfrm>
            <a:off x="416495" y="2315011"/>
            <a:ext cx="4502638" cy="3795219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latinLnBrk="0"/>
            <a:endParaRPr lang="ko-KR" altLang="en-US"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3" name="직사각형 12"/>
          <p:cNvSpPr/>
          <p:nvPr userDrawn="1"/>
        </p:nvSpPr>
        <p:spPr>
          <a:xfrm>
            <a:off x="4986866" y="2315011"/>
            <a:ext cx="4502638" cy="3795219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latinLnBrk="0"/>
            <a:endParaRPr lang="ko-KR" altLang="en-US"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4" name="텍스트 개체 틀 3"/>
          <p:cNvSpPr>
            <a:spLocks noGrp="1"/>
          </p:cNvSpPr>
          <p:nvPr>
            <p:ph type="body" sz="quarter" idx="19" hasCustomPrompt="1"/>
          </p:nvPr>
        </p:nvSpPr>
        <p:spPr>
          <a:xfrm>
            <a:off x="416496" y="6110230"/>
            <a:ext cx="2880320" cy="262372"/>
          </a:xfrm>
          <a:prstGeom prst="rect">
            <a:avLst/>
          </a:prstGeom>
        </p:spPr>
        <p:txBody>
          <a:bodyPr anchor="t"/>
          <a:lstStyle>
            <a:lvl1pPr marL="0" indent="0" algn="l" latinLnBrk="0">
              <a:lnSpc>
                <a:spcPct val="110000"/>
              </a:lnSpc>
              <a:spcBef>
                <a:spcPts val="0"/>
              </a:spcBef>
              <a:buClr>
                <a:schemeClr val="bg1">
                  <a:lumMod val="50000"/>
                </a:schemeClr>
              </a:buClr>
              <a:buFont typeface="+mj-lt"/>
              <a:buNone/>
              <a:defRPr sz="900" baseline="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1) </a:t>
            </a:r>
            <a:r>
              <a:rPr lang="ko-KR" altLang="en-US" dirty="0"/>
              <a:t>각주</a:t>
            </a:r>
            <a:r>
              <a:rPr lang="en-US" altLang="ko-KR" dirty="0"/>
              <a:t>1,  2) </a:t>
            </a:r>
            <a:r>
              <a:rPr lang="ko-KR" altLang="en-US" dirty="0"/>
              <a:t>각주</a:t>
            </a:r>
            <a:r>
              <a:rPr lang="en-US" altLang="ko-KR" dirty="0"/>
              <a:t>2…</a:t>
            </a:r>
          </a:p>
        </p:txBody>
      </p:sp>
      <p:sp>
        <p:nvSpPr>
          <p:cNvPr id="15" name="내용 개체 틀 10"/>
          <p:cNvSpPr>
            <a:spLocks noGrp="1"/>
          </p:cNvSpPr>
          <p:nvPr>
            <p:ph sz="quarter" idx="20"/>
          </p:nvPr>
        </p:nvSpPr>
        <p:spPr>
          <a:xfrm>
            <a:off x="416496" y="1185948"/>
            <a:ext cx="4502637" cy="1054231"/>
          </a:xfrm>
          <a:prstGeom prst="rect">
            <a:avLst/>
          </a:prstGeom>
        </p:spPr>
        <p:txBody>
          <a:bodyPr/>
          <a:lstStyle>
            <a:lvl1pPr marL="261938" indent="-26193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Wingdings" pitchFamily="2" charset="2"/>
              <a:buChar char="q"/>
              <a:defRPr kumimoji="1" lang="ko-KR" altLang="en-US" sz="1600" b="1" u="none" baseline="0" dirty="0" smtClean="0">
                <a:solidFill>
                  <a:schemeClr val="tx1"/>
                </a:solidFill>
                <a:latin typeface="Calibri" panose="020F0502020204030204" pitchFamily="34" charset="0"/>
                <a:ea typeface="맑은 고딕" pitchFamily="50" charset="-127"/>
                <a:cs typeface="+mn-cs"/>
              </a:defRPr>
            </a:lvl1pPr>
            <a:lvl2pPr marL="396000" indent="-216000" algn="l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kumimoji="1" lang="ko-KR" altLang="en-US" sz="1400" b="0" baseline="0" dirty="0" smtClean="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2pPr>
            <a:lvl3pPr marL="576000" indent="-216000" algn="l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lang="ko-KR" altLang="en-US" sz="1200" baseline="0" dirty="0" smtClean="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3pPr>
            <a:lvl4pPr marL="787400" indent="-246063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ü"/>
              <a:defRPr kumimoji="1" lang="ko-KR" altLang="en-US" sz="1200" baseline="0" dirty="0" smtClean="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4pPr>
            <a:lvl5pPr marL="952500" indent="-238125" latinLnBrk="0"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−"/>
              <a:defRPr sz="1100" baseline="0">
                <a:latin typeface="맑은 고딕" pitchFamily="50" charset="-127"/>
                <a:ea typeface="맑은 고딕" pitchFamily="50" charset="-127"/>
              </a:defRPr>
            </a:lvl5pPr>
          </a:lstStyle>
          <a:p>
            <a:pPr marL="261938" lvl="0" indent="-26193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ko-KR" altLang="en-US"/>
              <a:t>마스터 텍스트 스타일을 편집합니다</a:t>
            </a:r>
          </a:p>
          <a:p>
            <a:pPr marL="261938" lvl="1" indent="-26193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ko-KR" altLang="en-US"/>
              <a:t>둘째 수준</a:t>
            </a:r>
          </a:p>
          <a:p>
            <a:pPr marL="261938" lvl="2" indent="-26193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ko-KR" altLang="en-US"/>
              <a:t>셋째 수준</a:t>
            </a:r>
          </a:p>
        </p:txBody>
      </p:sp>
      <p:sp>
        <p:nvSpPr>
          <p:cNvPr id="16" name="내용 개체 틀 10"/>
          <p:cNvSpPr>
            <a:spLocks noGrp="1"/>
          </p:cNvSpPr>
          <p:nvPr>
            <p:ph sz="quarter" idx="21"/>
          </p:nvPr>
        </p:nvSpPr>
        <p:spPr>
          <a:xfrm>
            <a:off x="4986867" y="1185948"/>
            <a:ext cx="4502637" cy="1054231"/>
          </a:xfrm>
          <a:prstGeom prst="rect">
            <a:avLst/>
          </a:prstGeom>
        </p:spPr>
        <p:txBody>
          <a:bodyPr/>
          <a:lstStyle>
            <a:lvl1pPr marL="261938" indent="-26193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Wingdings" pitchFamily="2" charset="2"/>
              <a:buChar char="q"/>
              <a:defRPr kumimoji="1" lang="ko-KR" altLang="en-US" sz="1600" b="1" u="none" baseline="0" dirty="0" smtClean="0">
                <a:solidFill>
                  <a:schemeClr val="tx1"/>
                </a:solidFill>
                <a:latin typeface="Calibri" panose="020F0502020204030204" pitchFamily="34" charset="0"/>
                <a:ea typeface="맑은 고딕" pitchFamily="50" charset="-127"/>
                <a:cs typeface="+mn-cs"/>
              </a:defRPr>
            </a:lvl1pPr>
            <a:lvl2pPr marL="396000" indent="-216000" algn="l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kumimoji="1" lang="ko-KR" altLang="en-US" sz="1400" b="0" baseline="0" dirty="0" smtClean="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2pPr>
            <a:lvl3pPr marL="576000" indent="-216000" algn="l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lang="ko-KR" altLang="en-US" sz="1200" baseline="0" dirty="0" smtClean="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3pPr>
            <a:lvl4pPr marL="787400" indent="-246063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ü"/>
              <a:defRPr kumimoji="1" lang="ko-KR" altLang="en-US" sz="1200" baseline="0" dirty="0" smtClean="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4pPr>
            <a:lvl5pPr marL="952500" indent="-238125" latinLnBrk="0"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−"/>
              <a:defRPr sz="1100" baseline="0">
                <a:latin typeface="맑은 고딕" pitchFamily="50" charset="-127"/>
                <a:ea typeface="맑은 고딕" pitchFamily="50" charset="-127"/>
              </a:defRPr>
            </a:lvl5pPr>
          </a:lstStyle>
          <a:p>
            <a:pPr marL="261938" lvl="0" indent="-26193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ko-KR" altLang="en-US"/>
              <a:t>마스터 텍스트 스타일을 편집합니다</a:t>
            </a:r>
          </a:p>
          <a:p>
            <a:pPr marL="261938" lvl="1" indent="-26193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ko-KR" altLang="en-US"/>
              <a:t>둘째 수준</a:t>
            </a:r>
          </a:p>
          <a:p>
            <a:pPr marL="261938" lvl="2" indent="-26193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ko-KR" altLang="en-US"/>
              <a:t>셋째 수준</a:t>
            </a:r>
          </a:p>
        </p:txBody>
      </p:sp>
    </p:spTree>
    <p:extLst>
      <p:ext uri="{BB962C8B-B14F-4D97-AF65-F5344CB8AC3E}">
        <p14:creationId xmlns:p14="http://schemas.microsoft.com/office/powerpoint/2010/main" val="1941880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6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 cas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7"/>
          <p:cNvSpPr>
            <a:spLocks noGrp="1"/>
          </p:cNvSpPr>
          <p:nvPr>
            <p:ph type="title" hasCustomPrompt="1"/>
          </p:nvPr>
        </p:nvSpPr>
        <p:spPr>
          <a:xfrm>
            <a:off x="416496" y="65944"/>
            <a:ext cx="9073008" cy="326574"/>
          </a:xfrm>
          <a:prstGeom prst="rect">
            <a:avLst/>
          </a:prstGeom>
        </p:spPr>
        <p:txBody>
          <a:bodyPr anchor="b"/>
          <a:lstStyle>
            <a:lvl1pPr algn="l" rtl="0" eaLnBrk="1" fontAlgn="base" latinLnBrk="0" hangingPunct="1">
              <a:spcBef>
                <a:spcPct val="0"/>
              </a:spcBef>
              <a:spcAft>
                <a:spcPct val="0"/>
              </a:spcAft>
              <a:defRPr kumimoji="1" lang="ko-KR" altLang="en-US" sz="1400" b="0" i="0" baseline="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 dirty="0" err="1"/>
              <a:t>대제목</a:t>
            </a:r>
            <a:endParaRPr lang="ko-KR" altLang="en-US" dirty="0"/>
          </a:p>
        </p:txBody>
      </p:sp>
      <p:sp>
        <p:nvSpPr>
          <p:cNvPr id="6" name="Line 14"/>
          <p:cNvSpPr>
            <a:spLocks noChangeShapeType="1"/>
          </p:cNvSpPr>
          <p:nvPr userDrawn="1"/>
        </p:nvSpPr>
        <p:spPr bwMode="auto">
          <a:xfrm>
            <a:off x="0" y="415422"/>
            <a:ext cx="9906000" cy="0"/>
          </a:xfrm>
          <a:prstGeom prst="line">
            <a:avLst/>
          </a:prstGeom>
          <a:noFill/>
          <a:ln w="3175">
            <a:solidFill>
              <a:schemeClr val="bg1">
                <a:lumMod val="50000"/>
              </a:schemeClr>
            </a:solidFill>
            <a:prstDash val="sysDot"/>
            <a:round/>
            <a:headEnd/>
            <a:tailEnd/>
          </a:ln>
        </p:spPr>
        <p:txBody>
          <a:bodyPr anchor="b"/>
          <a:lstStyle/>
          <a:p>
            <a:pPr latinLnBrk="0">
              <a:defRPr/>
            </a:pPr>
            <a:endParaRPr lang="ko-KR" altLang="en-US" sz="1800">
              <a:solidFill>
                <a:srgbClr val="000000"/>
              </a:solidFill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8" name="내용 개체 틀 10"/>
          <p:cNvSpPr>
            <a:spLocks noGrp="1"/>
          </p:cNvSpPr>
          <p:nvPr>
            <p:ph sz="quarter" idx="18" hasCustomPrompt="1"/>
          </p:nvPr>
        </p:nvSpPr>
        <p:spPr>
          <a:xfrm>
            <a:off x="7617297" y="1572604"/>
            <a:ext cx="1872207" cy="857251"/>
          </a:xfrm>
          <a:prstGeom prst="rect">
            <a:avLst/>
          </a:prstGeom>
        </p:spPr>
        <p:txBody>
          <a:bodyPr/>
          <a:lstStyle>
            <a:lvl1pPr marL="135450" indent="-171450" latinLnBrk="0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kumimoji="1" lang="ko-KR" altLang="en-US" sz="1000" b="0" u="none" baseline="0" dirty="0" smtClean="0">
                <a:solidFill>
                  <a:schemeClr val="tx1"/>
                </a:solidFill>
                <a:latin typeface="Calibri" panose="020F0502020204030204" pitchFamily="34" charset="0"/>
                <a:ea typeface="맑은 고딕" pitchFamily="50" charset="-127"/>
                <a:cs typeface="+mn-cs"/>
              </a:defRPr>
            </a:lvl1pPr>
            <a:lvl2pPr marL="363538" indent="-188913" algn="l" rtl="0" eaLnBrk="1" fontAlgn="base" latinLnBrk="1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  <a:defRPr kumimoji="1" lang="ko-KR" altLang="en-US" sz="1300" b="0" baseline="0" dirty="0" smtClean="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2pPr>
            <a:lvl3pPr marL="449263" indent="-187325" algn="l" rtl="0" eaLnBrk="1" fontAlgn="base" latinLnBrk="1" hangingPunct="1">
              <a:spcBef>
                <a:spcPct val="20000"/>
              </a:spcBef>
              <a:spcAft>
                <a:spcPts val="600"/>
              </a:spcAft>
              <a:buFont typeface="Wingdings" pitchFamily="2" charset="2"/>
              <a:buChar char="ü"/>
              <a:defRPr kumimoji="1" lang="ko-KR" altLang="en-US" sz="1100" baseline="0" dirty="0" smtClean="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3pPr>
            <a:lvl4pPr>
              <a:defRPr sz="1400" baseline="0">
                <a:latin typeface="맑은 고딕" pitchFamily="50" charset="-127"/>
                <a:ea typeface="맑은 고딕" pitchFamily="50" charset="-127"/>
              </a:defRPr>
            </a:lvl4pPr>
            <a:lvl5pPr>
              <a:defRPr sz="1400" baseline="0">
                <a:latin typeface="맑은 고딕" pitchFamily="50" charset="-127"/>
                <a:ea typeface="맑은 고딕" pitchFamily="50" charset="-127"/>
              </a:defRPr>
            </a:lvl5pPr>
          </a:lstStyle>
          <a:p>
            <a:pPr marL="72000" lvl="0" indent="-10800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dirty="0"/>
              <a:t>텍스트 스타일</a:t>
            </a:r>
            <a:endParaRPr lang="en-US" altLang="ko-KR" dirty="0"/>
          </a:p>
          <a:p>
            <a:pPr marL="72000" lvl="0" indent="-10800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dirty="0"/>
              <a:t>텍스트 스타일</a:t>
            </a:r>
            <a:endParaRPr lang="en-US" altLang="ko-KR" dirty="0"/>
          </a:p>
          <a:p>
            <a:pPr marL="72000" lvl="0" indent="-10800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dirty="0"/>
              <a:t>텍스트 스타일</a:t>
            </a:r>
            <a:endParaRPr lang="en-US" altLang="ko-KR" dirty="0"/>
          </a:p>
          <a:p>
            <a:pPr marL="72000" lvl="0" indent="-10800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endParaRPr lang="ko-KR" altLang="en-US" dirty="0"/>
          </a:p>
        </p:txBody>
      </p:sp>
      <p:sp>
        <p:nvSpPr>
          <p:cNvPr id="20" name="내용 개체 틀 10"/>
          <p:cNvSpPr>
            <a:spLocks noGrp="1"/>
          </p:cNvSpPr>
          <p:nvPr>
            <p:ph sz="quarter" idx="19" hasCustomPrompt="1"/>
          </p:nvPr>
        </p:nvSpPr>
        <p:spPr>
          <a:xfrm>
            <a:off x="7617297" y="2988539"/>
            <a:ext cx="1872207" cy="864747"/>
          </a:xfrm>
          <a:prstGeom prst="rect">
            <a:avLst/>
          </a:prstGeom>
        </p:spPr>
        <p:txBody>
          <a:bodyPr/>
          <a:lstStyle>
            <a:lvl1pPr marL="72000" indent="-108000" latinLnBrk="0">
              <a:spcBef>
                <a:spcPts val="6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kumimoji="1" lang="ko-KR" altLang="en-US" sz="1000" b="0" u="none" baseline="0" dirty="0" smtClean="0">
                <a:solidFill>
                  <a:schemeClr val="tx1"/>
                </a:solidFill>
                <a:latin typeface="Calibri" panose="020F0502020204030204" pitchFamily="34" charset="0"/>
                <a:ea typeface="맑은 고딕" pitchFamily="50" charset="-127"/>
                <a:cs typeface="+mn-cs"/>
              </a:defRPr>
            </a:lvl1pPr>
            <a:lvl2pPr marL="363538" indent="-188913" algn="l" rtl="0" eaLnBrk="1" fontAlgn="base" latinLnBrk="1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  <a:defRPr kumimoji="1" lang="ko-KR" altLang="en-US" sz="1300" b="0" baseline="0" dirty="0" smtClean="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2pPr>
            <a:lvl3pPr marL="449263" indent="-187325" algn="l" rtl="0" eaLnBrk="1" fontAlgn="base" latinLnBrk="1" hangingPunct="1">
              <a:spcBef>
                <a:spcPct val="20000"/>
              </a:spcBef>
              <a:spcAft>
                <a:spcPts val="600"/>
              </a:spcAft>
              <a:buFont typeface="Wingdings" pitchFamily="2" charset="2"/>
              <a:buChar char="ü"/>
              <a:defRPr kumimoji="1" lang="ko-KR" altLang="en-US" sz="1100" baseline="0" dirty="0" smtClean="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3pPr>
            <a:lvl4pPr>
              <a:defRPr sz="1400" baseline="0">
                <a:latin typeface="맑은 고딕" pitchFamily="50" charset="-127"/>
                <a:ea typeface="맑은 고딕" pitchFamily="50" charset="-127"/>
              </a:defRPr>
            </a:lvl4pPr>
            <a:lvl5pPr>
              <a:defRPr sz="1400" baseline="0">
                <a:latin typeface="맑은 고딕" pitchFamily="50" charset="-127"/>
                <a:ea typeface="맑은 고딕" pitchFamily="50" charset="-127"/>
              </a:defRPr>
            </a:lvl5pPr>
          </a:lstStyle>
          <a:p>
            <a:pPr marL="72000" lvl="0" indent="-10800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ko-KR" altLang="en-US" dirty="0"/>
              <a:t>텍스트 스타일</a:t>
            </a:r>
            <a:endParaRPr lang="en-US" altLang="ko-KR" dirty="0"/>
          </a:p>
          <a:p>
            <a:pPr marL="72000" lvl="0" indent="-10800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ko-KR" altLang="en-US" dirty="0"/>
              <a:t>텍스트 스타일</a:t>
            </a:r>
            <a:endParaRPr lang="en-US" altLang="ko-KR" dirty="0"/>
          </a:p>
          <a:p>
            <a:pPr marL="72000" lvl="0" indent="-10800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ko-KR" altLang="en-US" dirty="0"/>
              <a:t>텍스트 스타일</a:t>
            </a:r>
            <a:endParaRPr lang="en-US" altLang="ko-KR" dirty="0"/>
          </a:p>
          <a:p>
            <a:pPr marL="72000" lvl="0" indent="-10800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  <p:sp>
        <p:nvSpPr>
          <p:cNvPr id="21" name="내용 개체 틀 10"/>
          <p:cNvSpPr>
            <a:spLocks noGrp="1"/>
          </p:cNvSpPr>
          <p:nvPr>
            <p:ph sz="quarter" idx="20" hasCustomPrompt="1"/>
          </p:nvPr>
        </p:nvSpPr>
        <p:spPr>
          <a:xfrm>
            <a:off x="7617297" y="4411970"/>
            <a:ext cx="1872207" cy="851098"/>
          </a:xfrm>
          <a:prstGeom prst="rect">
            <a:avLst/>
          </a:prstGeom>
        </p:spPr>
        <p:txBody>
          <a:bodyPr/>
          <a:lstStyle>
            <a:lvl1pPr marL="135450" indent="-171450" latinLnBrk="0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kumimoji="1" lang="ko-KR" altLang="en-US" sz="1000" b="0" u="none" baseline="0" dirty="0" smtClean="0">
                <a:solidFill>
                  <a:schemeClr val="tx1"/>
                </a:solidFill>
                <a:latin typeface="Calibri" panose="020F0502020204030204" pitchFamily="34" charset="0"/>
                <a:ea typeface="맑은 고딕" pitchFamily="50" charset="-127"/>
                <a:cs typeface="+mn-cs"/>
              </a:defRPr>
            </a:lvl1pPr>
            <a:lvl2pPr marL="363538" indent="-188913" algn="l" rtl="0" eaLnBrk="1" fontAlgn="base" latinLnBrk="1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  <a:defRPr kumimoji="1" lang="ko-KR" altLang="en-US" sz="1300" b="0" baseline="0" dirty="0" smtClean="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2pPr>
            <a:lvl3pPr marL="449263" indent="-187325" algn="l" rtl="0" eaLnBrk="1" fontAlgn="base" latinLnBrk="1" hangingPunct="1">
              <a:spcBef>
                <a:spcPct val="20000"/>
              </a:spcBef>
              <a:spcAft>
                <a:spcPts val="600"/>
              </a:spcAft>
              <a:buFont typeface="Wingdings" pitchFamily="2" charset="2"/>
              <a:buChar char="ü"/>
              <a:defRPr kumimoji="1" lang="ko-KR" altLang="en-US" sz="1100" baseline="0" dirty="0" smtClean="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3pPr>
            <a:lvl4pPr>
              <a:defRPr sz="1400" baseline="0">
                <a:latin typeface="맑은 고딕" pitchFamily="50" charset="-127"/>
                <a:ea typeface="맑은 고딕" pitchFamily="50" charset="-127"/>
              </a:defRPr>
            </a:lvl4pPr>
            <a:lvl5pPr>
              <a:defRPr sz="1400" baseline="0">
                <a:latin typeface="맑은 고딕" pitchFamily="50" charset="-127"/>
                <a:ea typeface="맑은 고딕" pitchFamily="50" charset="-127"/>
              </a:defRPr>
            </a:lvl5pPr>
          </a:lstStyle>
          <a:p>
            <a:pPr marL="72000" lvl="0" indent="-10800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dirty="0"/>
              <a:t>텍스트 스타일</a:t>
            </a:r>
            <a:endParaRPr lang="en-US" altLang="ko-KR" dirty="0"/>
          </a:p>
          <a:p>
            <a:pPr marL="72000" lvl="0" indent="-10800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dirty="0"/>
              <a:t>텍스트 스타일</a:t>
            </a:r>
            <a:endParaRPr lang="en-US" altLang="ko-KR" dirty="0"/>
          </a:p>
          <a:p>
            <a:pPr marL="72000" lvl="0" indent="-10800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dirty="0"/>
              <a:t>텍스트 스타일</a:t>
            </a:r>
            <a:endParaRPr lang="en-US" altLang="ko-KR" dirty="0"/>
          </a:p>
          <a:p>
            <a:pPr marL="72000" lvl="0" indent="-10800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  <a:buClr>
                <a:schemeClr val="bg1">
                  <a:lumMod val="50000"/>
                </a:schemeClr>
              </a:buClr>
              <a:buFontTx/>
              <a:buBlip>
                <a:blip r:embed="rId2"/>
              </a:buBlip>
            </a:pPr>
            <a:endParaRPr lang="ko-KR" altLang="en-US" dirty="0"/>
          </a:p>
        </p:txBody>
      </p:sp>
      <p:sp>
        <p:nvSpPr>
          <p:cNvPr id="26" name="내용 개체 틀 10"/>
          <p:cNvSpPr>
            <a:spLocks noGrp="1"/>
          </p:cNvSpPr>
          <p:nvPr>
            <p:ph sz="quarter" idx="22" hasCustomPrompt="1"/>
          </p:nvPr>
        </p:nvSpPr>
        <p:spPr>
          <a:xfrm>
            <a:off x="1532466" y="5271535"/>
            <a:ext cx="7957037" cy="829523"/>
          </a:xfrm>
          <a:prstGeom prst="rect">
            <a:avLst/>
          </a:prstGeom>
        </p:spPr>
        <p:txBody>
          <a:bodyPr/>
          <a:lstStyle>
            <a:lvl1pPr marL="72000" indent="-108000" latinLnBrk="0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00" b="0" u="none" baseline="0">
                <a:latin typeface="Calibri" panose="020F0502020204030204" pitchFamily="34" charset="0"/>
                <a:ea typeface="맑은 고딕" pitchFamily="50" charset="-127"/>
              </a:defRPr>
            </a:lvl1pPr>
            <a:lvl2pPr marL="363538" indent="-188913" algn="l" rtl="0" eaLnBrk="1" fontAlgn="base" latinLnBrk="1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  <a:defRPr kumimoji="1" lang="ko-KR" altLang="en-US" sz="1300" b="0" baseline="0" dirty="0" smtClean="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2pPr>
            <a:lvl3pPr marL="449263" indent="-187325" algn="l" rtl="0" eaLnBrk="1" fontAlgn="base" latinLnBrk="1" hangingPunct="1">
              <a:spcBef>
                <a:spcPct val="20000"/>
              </a:spcBef>
              <a:spcAft>
                <a:spcPts val="600"/>
              </a:spcAft>
              <a:buFont typeface="Wingdings" pitchFamily="2" charset="2"/>
              <a:buChar char="ü"/>
              <a:defRPr kumimoji="1" lang="ko-KR" altLang="en-US" sz="1100" baseline="0" dirty="0" smtClean="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3pPr>
            <a:lvl4pPr>
              <a:defRPr sz="1400" baseline="0">
                <a:latin typeface="맑은 고딕" pitchFamily="50" charset="-127"/>
                <a:ea typeface="맑은 고딕" pitchFamily="50" charset="-127"/>
              </a:defRPr>
            </a:lvl4pPr>
            <a:lvl5pPr>
              <a:defRPr sz="1400" baseline="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/>
              <a:t>텍스트 스타일</a:t>
            </a:r>
            <a:endParaRPr lang="en-US" altLang="ko-KR" dirty="0"/>
          </a:p>
          <a:p>
            <a:pPr lvl="0"/>
            <a:r>
              <a:rPr lang="ko-KR" altLang="en-US" dirty="0"/>
              <a:t>텍스트 스타일</a:t>
            </a:r>
            <a:endParaRPr lang="en-US" altLang="ko-KR" dirty="0"/>
          </a:p>
          <a:p>
            <a:pPr lvl="0"/>
            <a:r>
              <a:rPr lang="ko-KR" altLang="en-US" dirty="0"/>
              <a:t>텍스트 스타일</a:t>
            </a:r>
          </a:p>
        </p:txBody>
      </p:sp>
      <p:sp>
        <p:nvSpPr>
          <p:cNvPr id="28" name="직사각형 27"/>
          <p:cNvSpPr/>
          <p:nvPr userDrawn="1"/>
        </p:nvSpPr>
        <p:spPr>
          <a:xfrm>
            <a:off x="416495" y="1268153"/>
            <a:ext cx="7015479" cy="399491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latinLnBrk="0"/>
            <a:endParaRPr lang="ko-KR" altLang="en-US"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0" name="TextBox 29"/>
          <p:cNvSpPr txBox="1"/>
          <p:nvPr userDrawn="1"/>
        </p:nvSpPr>
        <p:spPr>
          <a:xfrm>
            <a:off x="4778112" y="6536377"/>
            <a:ext cx="349776" cy="253916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ctr" rtl="0" fontAlgn="base" latinLnBrk="0">
              <a:spcBef>
                <a:spcPct val="0"/>
              </a:spcBef>
              <a:spcAft>
                <a:spcPct val="0"/>
              </a:spcAft>
            </a:pPr>
            <a:fld id="{20D81975-5F40-40F7-A5DB-5814000A945F}" type="slidenum">
              <a:rPr kumimoji="1" lang="ko-KR" altLang="en-US" sz="1050" b="0" kern="1200" baseline="0" smtClean="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Arial" pitchFamily="34" charset="0"/>
              </a:rPr>
              <a:pPr algn="ctr" rtl="0" fontAlgn="base" latinLnBrk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ko-KR" altLang="en-US" sz="1050" b="0" kern="1200" baseline="0" dirty="0">
              <a:solidFill>
                <a:schemeClr val="tx1"/>
              </a:solidFill>
              <a:latin typeface="Calibri" panose="020F0502020204030204" pitchFamily="34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35" name="Line 14"/>
          <p:cNvSpPr>
            <a:spLocks noChangeShapeType="1"/>
          </p:cNvSpPr>
          <p:nvPr userDrawn="1"/>
        </p:nvSpPr>
        <p:spPr bwMode="auto">
          <a:xfrm>
            <a:off x="0" y="6381328"/>
            <a:ext cx="9906000" cy="0"/>
          </a:xfrm>
          <a:prstGeom prst="line">
            <a:avLst/>
          </a:prstGeom>
          <a:noFill/>
          <a:ln w="3175">
            <a:solidFill>
              <a:schemeClr val="bg1">
                <a:lumMod val="50000"/>
              </a:schemeClr>
            </a:solidFill>
            <a:prstDash val="sysDot"/>
            <a:round/>
            <a:headEnd/>
            <a:tailEnd/>
          </a:ln>
        </p:spPr>
        <p:txBody>
          <a:bodyPr anchor="b"/>
          <a:lstStyle/>
          <a:p>
            <a:pPr latinLnBrk="0">
              <a:defRPr/>
            </a:pPr>
            <a:endParaRPr lang="ko-KR" altLang="en-US" sz="1800" baseline="0">
              <a:solidFill>
                <a:srgbClr val="000000"/>
              </a:solidFill>
              <a:latin typeface="Calibri" panose="020F0502020204030204" pitchFamily="34" charset="0"/>
              <a:ea typeface="맑은 고딕" pitchFamily="50" charset="-127"/>
            </a:endParaRPr>
          </a:p>
        </p:txBody>
      </p:sp>
      <p:sp>
        <p:nvSpPr>
          <p:cNvPr id="36" name="내용 개체 틀 5"/>
          <p:cNvSpPr>
            <a:spLocks noGrp="1"/>
          </p:cNvSpPr>
          <p:nvPr>
            <p:ph sz="quarter" idx="11" hasCustomPrompt="1"/>
          </p:nvPr>
        </p:nvSpPr>
        <p:spPr>
          <a:xfrm>
            <a:off x="416496" y="514275"/>
            <a:ext cx="9073008" cy="576000"/>
          </a:xfrm>
          <a:prstGeom prst="rect">
            <a:avLst/>
          </a:prstGeom>
        </p:spPr>
        <p:txBody>
          <a:bodyPr lIns="144000" anchor="ctr"/>
          <a:lstStyle>
            <a:lvl1pPr marL="0" indent="0" algn="ctr" latinLnBrk="0">
              <a:buFont typeface="+mj-lt"/>
              <a:buNone/>
              <a:defRPr kumimoji="1" lang="en-US" altLang="ko-KR" sz="1800" b="1" baseline="0" dirty="0" smtClean="0">
                <a:solidFill>
                  <a:srgbClr val="A50021"/>
                </a:solidFill>
                <a:latin typeface="Arial" pitchFamily="34" charset="0"/>
                <a:ea typeface="맑은 고딕" pitchFamily="50" charset="-127"/>
                <a:cs typeface="+mn-cs"/>
              </a:defRPr>
            </a:lvl1pPr>
          </a:lstStyle>
          <a:p>
            <a:pPr marL="0" lvl="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+mj-lt"/>
              <a:buNone/>
            </a:pPr>
            <a:r>
              <a:rPr lang="ko-KR" altLang="en-US" dirty="0"/>
              <a:t>소제목</a:t>
            </a:r>
            <a:endParaRPr lang="en-US" altLang="ko-KR" dirty="0"/>
          </a:p>
        </p:txBody>
      </p:sp>
      <p:sp>
        <p:nvSpPr>
          <p:cNvPr id="37" name="텍스트 개체 틀 3"/>
          <p:cNvSpPr>
            <a:spLocks noGrp="1"/>
          </p:cNvSpPr>
          <p:nvPr>
            <p:ph type="body" sz="quarter" idx="24" hasCustomPrompt="1"/>
          </p:nvPr>
        </p:nvSpPr>
        <p:spPr>
          <a:xfrm>
            <a:off x="7617297" y="1268152"/>
            <a:ext cx="1872208" cy="262372"/>
          </a:xfrm>
          <a:prstGeom prst="rect">
            <a:avLst/>
          </a:prstGeom>
        </p:spPr>
        <p:txBody>
          <a:bodyPr anchor="t"/>
          <a:lstStyle>
            <a:lvl1pPr marL="0" indent="0" algn="ctr" latinLnBrk="0">
              <a:lnSpc>
                <a:spcPct val="110000"/>
              </a:lnSpc>
              <a:spcBef>
                <a:spcPts val="0"/>
              </a:spcBef>
              <a:buClr>
                <a:schemeClr val="bg1">
                  <a:lumMod val="50000"/>
                </a:schemeClr>
              </a:buClr>
              <a:buFont typeface="+mj-lt"/>
              <a:buNone/>
              <a:defRPr sz="1100" b="1" baseline="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 </a:t>
            </a:r>
            <a:r>
              <a:rPr lang="en-US" altLang="ko-KR" dirty="0"/>
              <a:t>1</a:t>
            </a:r>
          </a:p>
        </p:txBody>
      </p:sp>
      <p:sp>
        <p:nvSpPr>
          <p:cNvPr id="38" name="텍스트 개체 틀 3"/>
          <p:cNvSpPr>
            <a:spLocks noGrp="1"/>
          </p:cNvSpPr>
          <p:nvPr>
            <p:ph type="body" sz="quarter" idx="25" hasCustomPrompt="1"/>
          </p:nvPr>
        </p:nvSpPr>
        <p:spPr>
          <a:xfrm>
            <a:off x="7617297" y="2677601"/>
            <a:ext cx="1872208" cy="262372"/>
          </a:xfrm>
          <a:prstGeom prst="rect">
            <a:avLst/>
          </a:prstGeom>
        </p:spPr>
        <p:txBody>
          <a:bodyPr anchor="t"/>
          <a:lstStyle>
            <a:lvl1pPr marL="0" indent="0" algn="ctr" latinLnBrk="0">
              <a:lnSpc>
                <a:spcPct val="110000"/>
              </a:lnSpc>
              <a:spcBef>
                <a:spcPts val="0"/>
              </a:spcBef>
              <a:buClr>
                <a:schemeClr val="bg1">
                  <a:lumMod val="50000"/>
                </a:schemeClr>
              </a:buClr>
              <a:buFont typeface="+mj-lt"/>
              <a:buNone/>
              <a:defRPr sz="1100" b="1" baseline="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</a:t>
            </a:r>
            <a:r>
              <a:rPr lang="en-US" altLang="ko-KR" dirty="0"/>
              <a:t> 2</a:t>
            </a:r>
          </a:p>
        </p:txBody>
      </p:sp>
      <p:sp>
        <p:nvSpPr>
          <p:cNvPr id="39" name="텍스트 개체 틀 3"/>
          <p:cNvSpPr>
            <a:spLocks noGrp="1"/>
          </p:cNvSpPr>
          <p:nvPr>
            <p:ph type="body" sz="quarter" idx="26" hasCustomPrompt="1"/>
          </p:nvPr>
        </p:nvSpPr>
        <p:spPr>
          <a:xfrm>
            <a:off x="7617297" y="4087050"/>
            <a:ext cx="1872208" cy="262372"/>
          </a:xfrm>
          <a:prstGeom prst="rect">
            <a:avLst/>
          </a:prstGeom>
        </p:spPr>
        <p:txBody>
          <a:bodyPr anchor="t"/>
          <a:lstStyle>
            <a:lvl1pPr marL="0" indent="0" algn="ctr" latinLnBrk="0">
              <a:lnSpc>
                <a:spcPct val="110000"/>
              </a:lnSpc>
              <a:spcBef>
                <a:spcPts val="0"/>
              </a:spcBef>
              <a:buClr>
                <a:schemeClr val="bg1">
                  <a:lumMod val="50000"/>
                </a:schemeClr>
              </a:buClr>
              <a:buFont typeface="+mj-lt"/>
              <a:buNone/>
              <a:defRPr sz="1100" b="1" baseline="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</a:t>
            </a:r>
            <a:r>
              <a:rPr lang="en-US" altLang="ko-KR" dirty="0"/>
              <a:t> 3</a:t>
            </a:r>
          </a:p>
        </p:txBody>
      </p:sp>
      <p:sp>
        <p:nvSpPr>
          <p:cNvPr id="40" name="텍스트 개체 틀 3"/>
          <p:cNvSpPr>
            <a:spLocks noGrp="1"/>
          </p:cNvSpPr>
          <p:nvPr>
            <p:ph type="body" sz="quarter" idx="27" hasCustomPrompt="1"/>
          </p:nvPr>
        </p:nvSpPr>
        <p:spPr>
          <a:xfrm>
            <a:off x="416495" y="5271535"/>
            <a:ext cx="1086046" cy="829523"/>
          </a:xfrm>
          <a:prstGeom prst="rect">
            <a:avLst/>
          </a:prstGeom>
        </p:spPr>
        <p:txBody>
          <a:bodyPr anchor="ctr"/>
          <a:lstStyle>
            <a:lvl1pPr marL="0" indent="0" algn="ctr" latinLnBrk="0">
              <a:lnSpc>
                <a:spcPct val="110000"/>
              </a:lnSpc>
              <a:spcBef>
                <a:spcPts val="0"/>
              </a:spcBef>
              <a:buClr>
                <a:schemeClr val="bg1">
                  <a:lumMod val="50000"/>
                </a:schemeClr>
              </a:buClr>
              <a:buFont typeface="+mj-lt"/>
              <a:buNone/>
              <a:defRPr sz="1100" b="1" baseline="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</a:t>
            </a:r>
            <a:r>
              <a:rPr lang="en-US" altLang="ko-KR" dirty="0"/>
              <a:t> 4</a:t>
            </a:r>
          </a:p>
        </p:txBody>
      </p:sp>
      <p:sp>
        <p:nvSpPr>
          <p:cNvPr id="18" name="텍스트 개체 틀 3"/>
          <p:cNvSpPr>
            <a:spLocks noGrp="1"/>
          </p:cNvSpPr>
          <p:nvPr>
            <p:ph type="body" sz="quarter" idx="28" hasCustomPrompt="1"/>
          </p:nvPr>
        </p:nvSpPr>
        <p:spPr>
          <a:xfrm>
            <a:off x="416496" y="6110230"/>
            <a:ext cx="2880320" cy="262372"/>
          </a:xfrm>
          <a:prstGeom prst="rect">
            <a:avLst/>
          </a:prstGeom>
        </p:spPr>
        <p:txBody>
          <a:bodyPr anchor="t"/>
          <a:lstStyle>
            <a:lvl1pPr marL="0" indent="0" algn="l" latinLnBrk="0">
              <a:lnSpc>
                <a:spcPct val="110000"/>
              </a:lnSpc>
              <a:spcBef>
                <a:spcPts val="0"/>
              </a:spcBef>
              <a:buClr>
                <a:schemeClr val="bg1">
                  <a:lumMod val="50000"/>
                </a:schemeClr>
              </a:buClr>
              <a:buFont typeface="+mj-lt"/>
              <a:buNone/>
              <a:defRPr sz="900" baseline="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1) </a:t>
            </a:r>
            <a:r>
              <a:rPr lang="ko-KR" altLang="en-US" dirty="0"/>
              <a:t>각주</a:t>
            </a:r>
            <a:r>
              <a:rPr lang="en-US" altLang="ko-KR" dirty="0"/>
              <a:t>1,  2) </a:t>
            </a:r>
            <a:r>
              <a:rPr lang="ko-KR" altLang="en-US" dirty="0"/>
              <a:t>각주</a:t>
            </a:r>
            <a:r>
              <a:rPr lang="en-US" altLang="ko-KR" dirty="0"/>
              <a:t>2…</a:t>
            </a:r>
          </a:p>
        </p:txBody>
      </p:sp>
    </p:spTree>
    <p:extLst>
      <p:ext uri="{BB962C8B-B14F-4D97-AF65-F5344CB8AC3E}">
        <p14:creationId xmlns:p14="http://schemas.microsoft.com/office/powerpoint/2010/main" val="1605006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978" userDrawn="1">
          <p15:clr>
            <a:srgbClr val="FBAE40"/>
          </p15:clr>
        </p15:guide>
        <p15:guide id="3" pos="26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끝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681037" y="2103437"/>
            <a:ext cx="8543925" cy="1325563"/>
          </a:xfrm>
          <a:prstGeom prst="rect">
            <a:avLst/>
          </a:prstGeom>
        </p:spPr>
        <p:txBody>
          <a:bodyPr anchor="ctr"/>
          <a:lstStyle>
            <a:lvl1pPr latinLnBrk="0">
              <a:defRPr sz="3200" b="0" baseline="0">
                <a:latin typeface="Calibri" panose="020F0502020204030204" pitchFamily="34" charset="0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끝 마무리</a:t>
            </a:r>
          </a:p>
        </p:txBody>
      </p:sp>
    </p:spTree>
    <p:extLst>
      <p:ext uri="{BB962C8B-B14F-4D97-AF65-F5344CB8AC3E}">
        <p14:creationId xmlns:p14="http://schemas.microsoft.com/office/powerpoint/2010/main" val="8783886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595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6332" r:id="rId1"/>
    <p:sldLayoutId id="2147486362" r:id="rId2"/>
    <p:sldLayoutId id="2147486347" r:id="rId3"/>
    <p:sldLayoutId id="2147486361" r:id="rId4"/>
    <p:sldLayoutId id="2147486359" r:id="rId5"/>
    <p:sldLayoutId id="2147486360" r:id="rId6"/>
    <p:sldLayoutId id="2147486358" r:id="rId7"/>
    <p:sldLayoutId id="2147486344" r:id="rId8"/>
    <p:sldLayoutId id="2147486363" r:id="rId9"/>
  </p:sldLayoutIdLst>
  <p:hf hdr="0" dt="0"/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145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29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433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578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1313" indent="-341313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1413" indent="-227013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598613" indent="-227013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294" indent="-228572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439" indent="-228572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584" indent="-228572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5727" indent="-228572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5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0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33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78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22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67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11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55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3008A-F4F4-0D29-B94F-F56BBB0F8EF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16496" y="2780928"/>
            <a:ext cx="9073008" cy="730884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4000" dirty="0" err="1"/>
              <a:t>DeepAgent</a:t>
            </a:r>
            <a:r>
              <a:rPr lang="ko-KR" altLang="en-US" sz="4000" dirty="0"/>
              <a:t> </a:t>
            </a:r>
            <a:r>
              <a:rPr lang="en-US" altLang="ko-KR" sz="2000" dirty="0"/>
              <a:t>– 02. Context Engineering, Memory, Skill</a:t>
            </a:r>
            <a:endParaRPr lang="en-US" altLang="ko-KR" sz="4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endParaRPr lang="en-US" altLang="ko-KR" b="0" dirty="0"/>
          </a:p>
          <a:p>
            <a:pPr marL="0" indent="0">
              <a:buNone/>
            </a:pPr>
            <a:endParaRPr lang="en-US" altLang="ko-KR" sz="10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F07B29D-48DB-0ADB-D40D-0E37EBF3C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D79A73-0241-5A6F-7A55-3179A876562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16496" y="5900222"/>
            <a:ext cx="2880320" cy="472380"/>
          </a:xfrm>
        </p:spPr>
        <p:txBody>
          <a:bodyPr/>
          <a:lstStyle/>
          <a:p>
            <a:r>
              <a:rPr lang="en-KR" sz="1100" dirty="0"/>
              <a:t>S</a:t>
            </a:r>
            <a:r>
              <a:rPr lang="en-US" sz="1100" dirty="0" err="1"/>
              <a:t>imon</a:t>
            </a:r>
            <a:r>
              <a:rPr lang="en-US" sz="1100" dirty="0"/>
              <a:t> </a:t>
            </a:r>
            <a:r>
              <a:rPr lang="en-US" sz="1100" dirty="0" err="1"/>
              <a:t>Jonghun</a:t>
            </a:r>
            <a:r>
              <a:rPr lang="en-US" sz="1100" dirty="0"/>
              <a:t> Song</a:t>
            </a:r>
            <a:endParaRPr lang="en-KR" sz="1100" dirty="0"/>
          </a:p>
        </p:txBody>
      </p:sp>
    </p:spTree>
    <p:extLst>
      <p:ext uri="{BB962C8B-B14F-4D97-AF65-F5344CB8AC3E}">
        <p14:creationId xmlns:p14="http://schemas.microsoft.com/office/powerpoint/2010/main" val="1053360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4364066-9BDA-4425-880D-6ABC2DB6BC5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KR" dirty="0"/>
              <a:t>개요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467F6-DE70-89B1-5692-9EF7AFF8234D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lang="en-KR" dirty="0"/>
              <a:t>주제</a:t>
            </a:r>
            <a:r>
              <a:rPr lang="en-US" altLang="ko-KR" dirty="0"/>
              <a:t>: Context Engineering, Memory, Skill</a:t>
            </a:r>
          </a:p>
          <a:p>
            <a:r>
              <a:rPr lang="en-US" dirty="0" err="1"/>
              <a:t>발표</a:t>
            </a:r>
            <a:r>
              <a:rPr lang="en-US" dirty="0"/>
              <a:t> </a:t>
            </a:r>
            <a:r>
              <a:rPr lang="en-US" dirty="0" err="1"/>
              <a:t>포인트</a:t>
            </a:r>
            <a:endParaRPr lang="en-US" dirty="0"/>
          </a:p>
          <a:p>
            <a:pPr lvl="1"/>
            <a:r>
              <a:rPr lang="ko-KR" altLang="en-US" dirty="0"/>
              <a:t>에이전트가 문맥을 잃지 않도록 압축</a:t>
            </a:r>
            <a:r>
              <a:rPr lang="en-US" altLang="ko-KR" dirty="0"/>
              <a:t>(</a:t>
            </a:r>
            <a:r>
              <a:rPr lang="en-US" dirty="0"/>
              <a:t>Summarization)</a:t>
            </a:r>
            <a:r>
              <a:rPr lang="ko-KR" altLang="en-US" dirty="0"/>
              <a:t>하고 </a:t>
            </a:r>
            <a:r>
              <a:rPr lang="ko-KR" altLang="en-US" dirty="0" err="1"/>
              <a:t>오프로딩하는</a:t>
            </a:r>
            <a:r>
              <a:rPr lang="ko-KR" altLang="en-US" dirty="0"/>
              <a:t> 원리와</a:t>
            </a:r>
            <a:r>
              <a:rPr lang="en-US" altLang="ko-KR" dirty="0"/>
              <a:t>, </a:t>
            </a:r>
            <a:r>
              <a:rPr lang="ko-KR" altLang="en-US" dirty="0"/>
              <a:t>장기 기억</a:t>
            </a:r>
            <a:r>
              <a:rPr lang="en-US" altLang="ko-KR" dirty="0"/>
              <a:t>(</a:t>
            </a:r>
            <a:r>
              <a:rPr lang="en-US" dirty="0"/>
              <a:t>Memory, </a:t>
            </a:r>
            <a:r>
              <a:rPr lang="en-US" dirty="0" err="1"/>
              <a:t>AGENTS.md</a:t>
            </a:r>
            <a:r>
              <a:rPr lang="en-US" dirty="0"/>
              <a:t>) </a:t>
            </a:r>
            <a:r>
              <a:rPr lang="ko-KR" altLang="en-US" dirty="0"/>
              <a:t>및 필요할 때만 불러오는 전문 지식</a:t>
            </a:r>
            <a:r>
              <a:rPr lang="en-US" altLang="ko-KR" dirty="0"/>
              <a:t>(</a:t>
            </a:r>
            <a:r>
              <a:rPr lang="en-US" dirty="0"/>
              <a:t>Skills, </a:t>
            </a:r>
            <a:r>
              <a:rPr lang="en-US" dirty="0" err="1"/>
              <a:t>SKILL.md</a:t>
            </a:r>
            <a:r>
              <a:rPr lang="en-US" dirty="0"/>
              <a:t>)</a:t>
            </a:r>
            <a:r>
              <a:rPr lang="ko-KR" altLang="en-US" dirty="0"/>
              <a:t>의 차이와 작동 방식을 설명합니다</a:t>
            </a:r>
            <a:r>
              <a:rPr lang="en-US" altLang="ko-KR" dirty="0"/>
              <a:t>.</a:t>
            </a:r>
          </a:p>
          <a:p>
            <a:pPr lvl="1"/>
            <a:endParaRPr lang="en-KR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A7D0C70-A484-FA47-4D9B-F76EC5CD0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74BF38-E0DB-42FE-ECAB-C7EAE12012D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46406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23C6BEB-C633-CED0-0E12-831B9657D36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KR" dirty="0"/>
              <a:t>핵심개념</a:t>
            </a:r>
            <a:r>
              <a:rPr lang="en-US" dirty="0"/>
              <a:t> </a:t>
            </a:r>
            <a:r>
              <a:rPr lang="en-US" altLang="ko-KR" dirty="0"/>
              <a:t>– Context Engineering</a:t>
            </a:r>
            <a:endParaRPr lang="en-KR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9F9E139-89A2-2064-4416-4FECF2B80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AB8BC-8261-EAF9-FFDB-DF8A7759FAC2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lang="en-KR" dirty="0"/>
              <a:t>Context</a:t>
            </a:r>
          </a:p>
          <a:p>
            <a:pPr lvl="1"/>
            <a:r>
              <a:rPr lang="en-KR" dirty="0"/>
              <a:t>맥락</a:t>
            </a:r>
            <a:r>
              <a:rPr lang="en-US" altLang="ko-KR" dirty="0"/>
              <a:t>, </a:t>
            </a:r>
            <a:r>
              <a:rPr lang="ko-KR" altLang="en-US" dirty="0"/>
              <a:t>문맥</a:t>
            </a:r>
            <a:r>
              <a:rPr lang="en-US" altLang="ko-KR" dirty="0"/>
              <a:t>, </a:t>
            </a:r>
            <a:r>
              <a:rPr lang="ko-KR" altLang="en-US" dirty="0"/>
              <a:t>상황</a:t>
            </a:r>
            <a:r>
              <a:rPr lang="en-US" altLang="ko-KR" dirty="0"/>
              <a:t>, </a:t>
            </a:r>
            <a:r>
              <a:rPr lang="ko-KR" altLang="en-US" dirty="0"/>
              <a:t>전후 사정</a:t>
            </a:r>
            <a:endParaRPr lang="en-US" altLang="ko-KR" dirty="0"/>
          </a:p>
          <a:p>
            <a:pPr lvl="1"/>
            <a:r>
              <a:rPr lang="ko-KR" altLang="en-US" dirty="0"/>
              <a:t>어떤 정보나 사건을 이해하는 데 필요한 배경 지식이나 주변 환경</a:t>
            </a:r>
            <a:endParaRPr lang="en-US" altLang="ko-KR" dirty="0"/>
          </a:p>
          <a:p>
            <a:pPr lvl="1"/>
            <a:r>
              <a:rPr lang="ko-KR" altLang="en-US" dirty="0"/>
              <a:t>텍스트의 표면적 의미</a:t>
            </a:r>
            <a:r>
              <a:rPr lang="en-US" altLang="ko-KR" dirty="0"/>
              <a:t>(</a:t>
            </a:r>
            <a:r>
              <a:rPr lang="en-US" dirty="0"/>
              <a:t>Text)</a:t>
            </a:r>
            <a:r>
              <a:rPr lang="ko-KR" altLang="en-US" dirty="0"/>
              <a:t>를 넘어선 깊은 의도나 환경을 파악할 때 사용</a:t>
            </a:r>
            <a:endParaRPr lang="en-KR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38484D4-1486-E7BD-9131-F6332CEFFB4F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r>
              <a:rPr lang="en-KR" dirty="0"/>
              <a:t>Context Engineering</a:t>
            </a:r>
          </a:p>
          <a:p>
            <a:pPr lvl="1"/>
            <a:r>
              <a:rPr lang="ko-KR" altLang="en-US" b="0" i="0" dirty="0">
                <a:solidFill>
                  <a:srgbClr val="FF0000"/>
                </a:solidFill>
                <a:effectLst/>
                <a:latin typeface="-apple-system"/>
              </a:rPr>
              <a:t>모델이 일을 잘할 수 있도록 </a:t>
            </a:r>
            <a:r>
              <a:rPr lang="ko-KR" altLang="en-US" b="1" i="0" dirty="0">
                <a:solidFill>
                  <a:srgbClr val="1A1C1F"/>
                </a:solidFill>
                <a:effectLst/>
                <a:latin typeface="-apple-system"/>
              </a:rPr>
              <a:t>필요한 정보</a:t>
            </a:r>
            <a:r>
              <a:rPr lang="en-US" altLang="ko-KR" b="1" i="0" dirty="0">
                <a:solidFill>
                  <a:srgbClr val="1A1C1F"/>
                </a:solidFill>
                <a:effectLst/>
                <a:latin typeface="-apple-system"/>
              </a:rPr>
              <a:t>, </a:t>
            </a:r>
            <a:r>
              <a:rPr lang="ko-KR" altLang="en-US" b="1" i="0" dirty="0">
                <a:solidFill>
                  <a:srgbClr val="1A1C1F"/>
                </a:solidFill>
                <a:effectLst/>
                <a:latin typeface="-apple-system"/>
              </a:rPr>
              <a:t>도구 결과</a:t>
            </a:r>
            <a:r>
              <a:rPr lang="en-US" altLang="ko-KR" b="1" i="0" dirty="0">
                <a:solidFill>
                  <a:srgbClr val="1A1C1F"/>
                </a:solidFill>
                <a:effectLst/>
                <a:latin typeface="-apple-system"/>
              </a:rPr>
              <a:t>, </a:t>
            </a:r>
            <a:r>
              <a:rPr lang="ko-KR" altLang="en-US" b="1" i="0" dirty="0">
                <a:solidFill>
                  <a:srgbClr val="1A1C1F"/>
                </a:solidFill>
                <a:effectLst/>
                <a:latin typeface="-apple-system"/>
              </a:rPr>
              <a:t>기억</a:t>
            </a:r>
            <a:r>
              <a:rPr lang="en-US" altLang="ko-KR" b="1" i="0" dirty="0">
                <a:solidFill>
                  <a:srgbClr val="1A1C1F"/>
                </a:solidFill>
                <a:effectLst/>
                <a:latin typeface="-apple-system"/>
              </a:rPr>
              <a:t>, </a:t>
            </a:r>
            <a:r>
              <a:rPr lang="ko-KR" altLang="en-US" b="1" i="0" dirty="0">
                <a:solidFill>
                  <a:srgbClr val="1A1C1F"/>
                </a:solidFill>
                <a:effectLst/>
                <a:latin typeface="-apple-system"/>
              </a:rPr>
              <a:t>제약</a:t>
            </a:r>
            <a:r>
              <a:rPr lang="en-US" altLang="ko-KR" b="1" i="0" dirty="0">
                <a:solidFill>
                  <a:srgbClr val="1A1C1F"/>
                </a:solidFill>
                <a:effectLst/>
                <a:latin typeface="-apple-system"/>
              </a:rPr>
              <a:t>, </a:t>
            </a:r>
            <a:r>
              <a:rPr lang="ko-KR" altLang="en-US" b="1" i="0" dirty="0">
                <a:solidFill>
                  <a:srgbClr val="1A1C1F"/>
                </a:solidFill>
                <a:effectLst/>
                <a:latin typeface="-apple-system"/>
              </a:rPr>
              <a:t>출력 형식</a:t>
            </a:r>
            <a:r>
              <a:rPr lang="en-US" altLang="ko-KR" b="1" i="0" dirty="0">
                <a:solidFill>
                  <a:srgbClr val="1A1C1F"/>
                </a:solidFill>
                <a:effectLst/>
                <a:latin typeface="-apple-system"/>
              </a:rPr>
              <a:t>, </a:t>
            </a:r>
            <a:r>
              <a:rPr lang="ko-KR" altLang="en-US" b="1" i="0" dirty="0">
                <a:solidFill>
                  <a:srgbClr val="1A1C1F"/>
                </a:solidFill>
                <a:effectLst/>
                <a:latin typeface="-apple-system"/>
              </a:rPr>
              <a:t>작업 상태를 적절한 순간에 구성해 넣는 기술</a:t>
            </a:r>
            <a:endParaRPr lang="en-KR" dirty="0"/>
          </a:p>
          <a:p>
            <a:pPr lvl="1"/>
            <a:r>
              <a:rPr lang="en-US" b="0" i="0" dirty="0">
                <a:solidFill>
                  <a:srgbClr val="030710"/>
                </a:solidFill>
                <a:effectLst/>
                <a:latin typeface="Inter"/>
              </a:rPr>
              <a:t>providing the right information and tools in the right format so your deep agent can accomplish tasks reliably</a:t>
            </a:r>
          </a:p>
          <a:p>
            <a:pPr lvl="1"/>
            <a:endParaRPr lang="en-US" dirty="0">
              <a:solidFill>
                <a:srgbClr val="030710"/>
              </a:solidFill>
              <a:latin typeface="Inter"/>
            </a:endParaRPr>
          </a:p>
          <a:p>
            <a:pPr lvl="1"/>
            <a:endParaRPr lang="en-US" b="0" i="0" dirty="0">
              <a:solidFill>
                <a:srgbClr val="030710"/>
              </a:solidFill>
              <a:effectLst/>
              <a:latin typeface="Inter"/>
            </a:endParaRPr>
          </a:p>
          <a:p>
            <a:pPr lvl="1"/>
            <a:endParaRPr lang="en-US" b="0" i="0" dirty="0">
              <a:solidFill>
                <a:srgbClr val="030710"/>
              </a:solidFill>
              <a:effectLst/>
              <a:latin typeface="Inter"/>
            </a:endParaRPr>
          </a:p>
          <a:p>
            <a:pPr lvl="1"/>
            <a:endParaRPr lang="en-US" b="0" i="0" dirty="0">
              <a:solidFill>
                <a:srgbClr val="030710"/>
              </a:solidFill>
              <a:effectLst/>
              <a:latin typeface="Inter"/>
            </a:endParaRPr>
          </a:p>
          <a:p>
            <a:pPr lvl="1"/>
            <a:r>
              <a:rPr lang="en-US" b="0" i="0" dirty="0">
                <a:solidFill>
                  <a:srgbClr val="030710"/>
                </a:solidFill>
                <a:effectLst/>
                <a:latin typeface="Inter"/>
              </a:rPr>
              <a:t>좋은 Context Engineering이 모델에게 제공하는 것</a:t>
            </a:r>
          </a:p>
          <a:p>
            <a:pPr lvl="1"/>
            <a:endParaRPr lang="en-K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07E6E05-736B-C0D8-01DE-A2A73942E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230" y="3140968"/>
            <a:ext cx="4022319" cy="11187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9AAF63-4BC2-07C4-9708-F6C5752C7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3120" y="3068960"/>
            <a:ext cx="1965117" cy="8777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EA52CBA-F4C3-0D22-CC0B-E033186E62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2600" y="5311372"/>
            <a:ext cx="7200800" cy="11806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09D57BD-47B2-8DC4-FAEB-8EAAB8C906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7582" y="4436546"/>
            <a:ext cx="1443117" cy="6313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340E0C5-2C88-A234-358D-9C48250A81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1878" y="4436546"/>
            <a:ext cx="1233330" cy="75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585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78F4D8-3406-1B40-B0E0-D6B53394C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7361B8-72BC-B34D-7E0F-368B3C3844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978369" y="392166"/>
            <a:ext cx="1080120" cy="262372"/>
          </a:xfrm>
        </p:spPr>
        <p:txBody>
          <a:bodyPr/>
          <a:lstStyle/>
          <a:p>
            <a:r>
              <a:rPr lang="en-KR" dirty="0"/>
              <a:t>근거와 추론 분리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43934B-0A39-36C2-5E41-817814B43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53" y="468553"/>
            <a:ext cx="4536504" cy="30090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FDA536-135D-F153-EC4C-0B686729C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717" y="3861048"/>
            <a:ext cx="3534442" cy="27622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9114C5-92CC-C6C8-D42C-310B35437F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6781" y="654538"/>
            <a:ext cx="1913441" cy="20087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D7C7F3-6A1D-28BE-9938-6754E19957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9980" y="648331"/>
            <a:ext cx="2264893" cy="932122"/>
          </a:xfrm>
          <a:prstGeom prst="rect">
            <a:avLst/>
          </a:prstGeom>
        </p:spPr>
      </p:pic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C1D0740-D1D5-A619-DD1F-7661B161C32E}"/>
              </a:ext>
            </a:extLst>
          </p:cNvPr>
          <p:cNvSpPr txBox="1">
            <a:spLocks/>
          </p:cNvSpPr>
          <p:nvPr/>
        </p:nvSpPr>
        <p:spPr>
          <a:xfrm>
            <a:off x="7186371" y="392166"/>
            <a:ext cx="1080120" cy="262372"/>
          </a:xfrm>
          <a:prstGeom prst="rect">
            <a:avLst/>
          </a:prstGeom>
        </p:spPr>
        <p:txBody>
          <a:bodyPr anchor="t"/>
          <a:lstStyle>
            <a:lvl1pPr marL="0" indent="0" algn="l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Font typeface="+mj-lt"/>
              <a:buNone/>
              <a:defRPr kumimoji="1" sz="900" baseline="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741363" indent="-28416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1413" indent="-22701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598613" indent="-22701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5813" indent="-22701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294" indent="-228572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439" indent="-228572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584" indent="-228572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5727" indent="-228572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KR" b="0" kern="0" dirty="0"/>
              <a:t>상태 유지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CA895D1-8D2B-8F55-1EBE-D3FA129EE9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6781" y="2939855"/>
            <a:ext cx="3350163" cy="1335637"/>
          </a:xfrm>
          <a:prstGeom prst="rect">
            <a:avLst/>
          </a:prstGeom>
        </p:spPr>
      </p:pic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3094EF06-7332-5C6F-B7D1-BAFF5D27E686}"/>
              </a:ext>
            </a:extLst>
          </p:cNvPr>
          <p:cNvSpPr txBox="1">
            <a:spLocks/>
          </p:cNvSpPr>
          <p:nvPr/>
        </p:nvSpPr>
        <p:spPr>
          <a:xfrm>
            <a:off x="4956503" y="2677483"/>
            <a:ext cx="1080120" cy="262372"/>
          </a:xfrm>
          <a:prstGeom prst="rect">
            <a:avLst/>
          </a:prstGeom>
        </p:spPr>
        <p:txBody>
          <a:bodyPr anchor="t"/>
          <a:lstStyle>
            <a:lvl1pPr marL="0" indent="0" algn="l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Font typeface="+mj-lt"/>
              <a:buNone/>
              <a:defRPr kumimoji="1" sz="900" baseline="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741363" indent="-28416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1413" indent="-22701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598613" indent="-22701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5813" indent="-22701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294" indent="-228572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439" indent="-228572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584" indent="-228572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5727" indent="-228572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KR" b="0" kern="0" dirty="0"/>
              <a:t>만드는 방식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3AD8E61-B377-51F9-60C5-0AC139D7F7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4219" y="4552063"/>
            <a:ext cx="3017425" cy="2270766"/>
          </a:xfrm>
          <a:prstGeom prst="rect">
            <a:avLst/>
          </a:prstGeom>
        </p:spPr>
      </p:pic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C779FA3F-F671-EFC0-E260-62688D80DD64}"/>
              </a:ext>
            </a:extLst>
          </p:cNvPr>
          <p:cNvSpPr txBox="1">
            <a:spLocks/>
          </p:cNvSpPr>
          <p:nvPr/>
        </p:nvSpPr>
        <p:spPr>
          <a:xfrm>
            <a:off x="4978369" y="4299257"/>
            <a:ext cx="1080120" cy="262372"/>
          </a:xfrm>
          <a:prstGeom prst="rect">
            <a:avLst/>
          </a:prstGeom>
        </p:spPr>
        <p:txBody>
          <a:bodyPr anchor="t"/>
          <a:lstStyle>
            <a:lvl1pPr marL="0" indent="0" algn="l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Font typeface="+mj-lt"/>
              <a:buNone/>
              <a:defRPr kumimoji="1" sz="900" baseline="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741363" indent="-28416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1413" indent="-22701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598613" indent="-22701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5813" indent="-22701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294" indent="-228572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439" indent="-228572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584" indent="-228572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5727" indent="-228572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KR" b="0" kern="0" dirty="0"/>
              <a:t>Pseudo Code</a:t>
            </a:r>
          </a:p>
        </p:txBody>
      </p:sp>
    </p:spTree>
    <p:extLst>
      <p:ext uri="{BB962C8B-B14F-4D97-AF65-F5344CB8AC3E}">
        <p14:creationId xmlns:p14="http://schemas.microsoft.com/office/powerpoint/2010/main" val="3211399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D7B262-0326-2FF9-2B9C-7B5BA840A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437352-DCA5-93D9-00EA-E0958C2D555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K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005199-416D-A284-EC29-76D219150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80" y="260648"/>
            <a:ext cx="4829959" cy="29365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008C51-8354-CADF-9E33-8B4D15726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496" y="3290487"/>
            <a:ext cx="3139158" cy="22925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1FD363-706A-C16F-B0FF-C67C0D890C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001" y="5714803"/>
            <a:ext cx="3621807" cy="10532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C71F42-01F7-67E4-FF69-2D30197EA3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3879" y="65944"/>
            <a:ext cx="3384376" cy="20356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9DA9EA-8EF4-4401-6518-CCC9129362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9863" y="2229500"/>
            <a:ext cx="3672408" cy="32294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79FAC71-A507-17FB-3157-3B6B7BDBCB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3879" y="5604810"/>
            <a:ext cx="3365321" cy="1113414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6620959-8E52-82A1-C8C1-CA6C5CC4B8C0}"/>
              </a:ext>
            </a:extLst>
          </p:cNvPr>
          <p:cNvSpPr/>
          <p:nvPr/>
        </p:nvSpPr>
        <p:spPr bwMode="auto">
          <a:xfrm>
            <a:off x="219653" y="3283898"/>
            <a:ext cx="1368152" cy="216024"/>
          </a:xfrm>
          <a:prstGeom prst="roundRect">
            <a:avLst/>
          </a:prstGeom>
          <a:noFill/>
          <a:ln w="9525">
            <a:solidFill>
              <a:srgbClr val="00B0F0"/>
            </a:solidFill>
            <a:miter lim="800000"/>
            <a:headEnd/>
            <a:tailEnd/>
          </a:ln>
        </p:spPr>
        <p:txBody>
          <a:bodyPr wrap="square" rtlCol="0" anchor="ctr">
            <a:noAutofit/>
          </a:bodyPr>
          <a:lstStyle/>
          <a:p>
            <a:pPr marL="90488" indent="-90488" algn="l">
              <a:buFontTx/>
              <a:buChar char="•"/>
            </a:pPr>
            <a:endParaRPr lang="en-KR" sz="1200" dirty="0">
              <a:solidFill>
                <a:srgbClr val="000000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79B9A42-F618-2E22-EFCA-0774C392B86C}"/>
              </a:ext>
            </a:extLst>
          </p:cNvPr>
          <p:cNvSpPr/>
          <p:nvPr/>
        </p:nvSpPr>
        <p:spPr bwMode="auto">
          <a:xfrm>
            <a:off x="219653" y="5720332"/>
            <a:ext cx="1368152" cy="216024"/>
          </a:xfrm>
          <a:prstGeom prst="roundRect">
            <a:avLst/>
          </a:prstGeom>
          <a:noFill/>
          <a:ln w="9525">
            <a:solidFill>
              <a:srgbClr val="00B0F0"/>
            </a:solidFill>
            <a:miter lim="800000"/>
            <a:headEnd/>
            <a:tailEnd/>
          </a:ln>
        </p:spPr>
        <p:txBody>
          <a:bodyPr wrap="square" rtlCol="0" anchor="ctr">
            <a:noAutofit/>
          </a:bodyPr>
          <a:lstStyle/>
          <a:p>
            <a:pPr marL="90488" indent="-90488" algn="l">
              <a:buFontTx/>
              <a:buChar char="•"/>
            </a:pPr>
            <a:endParaRPr lang="en-KR" sz="1200" dirty="0">
              <a:solidFill>
                <a:srgbClr val="000000"/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A9F9441-ACBE-E04E-E98C-D3D74C03A027}"/>
              </a:ext>
            </a:extLst>
          </p:cNvPr>
          <p:cNvSpPr/>
          <p:nvPr/>
        </p:nvSpPr>
        <p:spPr bwMode="auto">
          <a:xfrm>
            <a:off x="5380152" y="76271"/>
            <a:ext cx="1368152" cy="216024"/>
          </a:xfrm>
          <a:prstGeom prst="roundRect">
            <a:avLst/>
          </a:prstGeom>
          <a:noFill/>
          <a:ln w="9525">
            <a:solidFill>
              <a:srgbClr val="00B0F0"/>
            </a:solidFill>
            <a:miter lim="800000"/>
            <a:headEnd/>
            <a:tailEnd/>
          </a:ln>
        </p:spPr>
        <p:txBody>
          <a:bodyPr wrap="square" rtlCol="0" anchor="ctr">
            <a:noAutofit/>
          </a:bodyPr>
          <a:lstStyle/>
          <a:p>
            <a:pPr marL="90488" indent="-90488" algn="l">
              <a:buFontTx/>
              <a:buChar char="•"/>
            </a:pPr>
            <a:endParaRPr lang="en-KR" sz="1200" dirty="0">
              <a:solidFill>
                <a:srgbClr val="000000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6A47DF9-9647-90FC-603B-CC8CDF1CF5BA}"/>
              </a:ext>
            </a:extLst>
          </p:cNvPr>
          <p:cNvSpPr/>
          <p:nvPr/>
        </p:nvSpPr>
        <p:spPr bwMode="auto">
          <a:xfrm>
            <a:off x="5336002" y="5612320"/>
            <a:ext cx="1368152" cy="216024"/>
          </a:xfrm>
          <a:prstGeom prst="roundRect">
            <a:avLst/>
          </a:prstGeom>
          <a:noFill/>
          <a:ln w="9525">
            <a:solidFill>
              <a:srgbClr val="00B0F0"/>
            </a:solidFill>
            <a:miter lim="800000"/>
            <a:headEnd/>
            <a:tailEnd/>
          </a:ln>
        </p:spPr>
        <p:txBody>
          <a:bodyPr wrap="square" rtlCol="0" anchor="ctr">
            <a:noAutofit/>
          </a:bodyPr>
          <a:lstStyle/>
          <a:p>
            <a:pPr marL="90488" indent="-90488" algn="l">
              <a:buFontTx/>
              <a:buChar char="•"/>
            </a:pPr>
            <a:endParaRPr lang="en-KR" sz="1200" dirty="0">
              <a:solidFill>
                <a:srgbClr val="000000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CEDB06C-AF3D-7FAF-0B11-D7299788C4F2}"/>
              </a:ext>
            </a:extLst>
          </p:cNvPr>
          <p:cNvSpPr/>
          <p:nvPr/>
        </p:nvSpPr>
        <p:spPr bwMode="auto">
          <a:xfrm>
            <a:off x="5329862" y="2229500"/>
            <a:ext cx="2071409" cy="216024"/>
          </a:xfrm>
          <a:prstGeom prst="roundRect">
            <a:avLst/>
          </a:prstGeom>
          <a:noFill/>
          <a:ln w="9525">
            <a:solidFill>
              <a:srgbClr val="00B0F0"/>
            </a:solidFill>
            <a:miter lim="800000"/>
            <a:headEnd/>
            <a:tailEnd/>
          </a:ln>
        </p:spPr>
        <p:txBody>
          <a:bodyPr wrap="square" rtlCol="0" anchor="ctr">
            <a:noAutofit/>
          </a:bodyPr>
          <a:lstStyle/>
          <a:p>
            <a:pPr marL="90488" indent="-90488" algn="l">
              <a:buFontTx/>
              <a:buChar char="•"/>
            </a:pPr>
            <a:endParaRPr lang="en-KR" sz="12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6959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9D6838-CFEF-DB6E-1C87-2320CAFC902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KR" dirty="0"/>
              <a:t>핵심개념</a:t>
            </a:r>
            <a:r>
              <a:rPr lang="en-US" dirty="0"/>
              <a:t> </a:t>
            </a:r>
            <a:r>
              <a:rPr lang="en-US" altLang="ko-KR" dirty="0"/>
              <a:t>– Memory and Skill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E773A-B3CF-323A-7551-17E82AE0401D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lang="en-KR" dirty="0"/>
              <a:t>일반론 vs LangChain의 Deep Agent 의 Memory and Skill 비교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9D739DA-0CCC-D1D8-3C0E-5E17FC384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8DE8EB-A266-360D-52B9-32632332E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66" y="1543432"/>
            <a:ext cx="4689066" cy="22328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233F04-3A65-127F-9B59-6FBE1308C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712" y="3963289"/>
            <a:ext cx="3448212" cy="17938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353ABA3-DCFA-E5C5-40CC-08E6E908E3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016" y="1556792"/>
            <a:ext cx="4392488" cy="27327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BBA0311-63BE-8E08-547E-DC0C0DCED0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7016" y="4398857"/>
            <a:ext cx="1584176" cy="23607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837541D-7484-887E-8A9C-11E4A830C8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5208" y="4602068"/>
            <a:ext cx="2869132" cy="1115442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B26EFE6-39AD-2A5C-63D7-A60AF9F325BC}"/>
              </a:ext>
            </a:extLst>
          </p:cNvPr>
          <p:cNvCxnSpPr/>
          <p:nvPr/>
        </p:nvCxnSpPr>
        <p:spPr bwMode="auto">
          <a:xfrm>
            <a:off x="344488" y="3776320"/>
            <a:ext cx="259228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D55BA71-77B3-FC24-1F9C-572028750D21}"/>
              </a:ext>
            </a:extLst>
          </p:cNvPr>
          <p:cNvCxnSpPr>
            <a:cxnSpLocks/>
          </p:cNvCxnSpPr>
          <p:nvPr/>
        </p:nvCxnSpPr>
        <p:spPr bwMode="auto">
          <a:xfrm>
            <a:off x="2432720" y="4365104"/>
            <a:ext cx="93610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0654D1D-76DA-BFC4-1158-E7998DC0D2ED}"/>
              </a:ext>
            </a:extLst>
          </p:cNvPr>
          <p:cNvCxnSpPr>
            <a:cxnSpLocks/>
          </p:cNvCxnSpPr>
          <p:nvPr/>
        </p:nvCxnSpPr>
        <p:spPr bwMode="auto">
          <a:xfrm>
            <a:off x="6249144" y="2060848"/>
            <a:ext cx="14401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98AC719-A97D-19CF-A141-AC5EC1166053}"/>
              </a:ext>
            </a:extLst>
          </p:cNvPr>
          <p:cNvCxnSpPr>
            <a:cxnSpLocks/>
          </p:cNvCxnSpPr>
          <p:nvPr/>
        </p:nvCxnSpPr>
        <p:spPr bwMode="auto">
          <a:xfrm>
            <a:off x="7185248" y="4797152"/>
            <a:ext cx="107452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266785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235306-41B8-53BE-6D3D-F3AD3B2CB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B79EFD-0F9D-65C9-F2F3-A4592ED559A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K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A32A56-BB8C-7D34-EBDA-056CD2A02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704" y="764704"/>
            <a:ext cx="5566795" cy="521887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6E0968C-99FD-6261-F7A7-31F2AA7586DC}"/>
              </a:ext>
            </a:extLst>
          </p:cNvPr>
          <p:cNvCxnSpPr>
            <a:cxnSpLocks/>
          </p:cNvCxnSpPr>
          <p:nvPr/>
        </p:nvCxnSpPr>
        <p:spPr bwMode="auto">
          <a:xfrm>
            <a:off x="4680992" y="4653136"/>
            <a:ext cx="280831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21BEC29-6CEC-385F-2976-7D1C74807A9D}"/>
              </a:ext>
            </a:extLst>
          </p:cNvPr>
          <p:cNvCxnSpPr>
            <a:cxnSpLocks/>
          </p:cNvCxnSpPr>
          <p:nvPr/>
        </p:nvCxnSpPr>
        <p:spPr bwMode="auto">
          <a:xfrm>
            <a:off x="2360712" y="4797152"/>
            <a:ext cx="230425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16B3A76-32FB-04D0-08BE-A417C8946513}"/>
              </a:ext>
            </a:extLst>
          </p:cNvPr>
          <p:cNvSpPr/>
          <p:nvPr/>
        </p:nvSpPr>
        <p:spPr bwMode="auto">
          <a:xfrm>
            <a:off x="2360712" y="5373216"/>
            <a:ext cx="3960440" cy="576064"/>
          </a:xfrm>
          <a:prstGeom prst="round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 rtlCol="0" anchor="ctr">
            <a:noAutofit/>
          </a:bodyPr>
          <a:lstStyle/>
          <a:p>
            <a:pPr marL="90488" indent="-90488" algn="l">
              <a:buFontTx/>
              <a:buChar char="•"/>
            </a:pPr>
            <a:endParaRPr lang="en-KR" sz="12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5901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F615D4-6143-BD32-6DF4-AE2439A0A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15A39C-636C-2149-8901-234BADC4795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K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415CCA-192B-444C-FFAE-08F8F2543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626" y="692696"/>
            <a:ext cx="3798168" cy="14277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D7B22A-A192-4E50-2955-D3209AEB4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26" y="2564904"/>
            <a:ext cx="3865466" cy="2784917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648E773-F780-FB3D-A968-077B5F8F5452}"/>
              </a:ext>
            </a:extLst>
          </p:cNvPr>
          <p:cNvCxnSpPr>
            <a:cxnSpLocks/>
          </p:cNvCxnSpPr>
          <p:nvPr/>
        </p:nvCxnSpPr>
        <p:spPr bwMode="auto">
          <a:xfrm>
            <a:off x="691368" y="3819784"/>
            <a:ext cx="43204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AC9136A-0564-AB41-244F-D9EAD0A685A0}"/>
              </a:ext>
            </a:extLst>
          </p:cNvPr>
          <p:cNvCxnSpPr>
            <a:cxnSpLocks/>
          </p:cNvCxnSpPr>
          <p:nvPr/>
        </p:nvCxnSpPr>
        <p:spPr bwMode="auto">
          <a:xfrm>
            <a:off x="691368" y="4035808"/>
            <a:ext cx="43204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63375D9-1908-56B4-8F9F-7A1BE1014994}"/>
              </a:ext>
            </a:extLst>
          </p:cNvPr>
          <p:cNvCxnSpPr>
            <a:cxnSpLocks/>
          </p:cNvCxnSpPr>
          <p:nvPr/>
        </p:nvCxnSpPr>
        <p:spPr bwMode="auto">
          <a:xfrm>
            <a:off x="691368" y="4251832"/>
            <a:ext cx="43204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B836AD21-709E-9AA2-8C62-0420C08934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6834" y="726377"/>
            <a:ext cx="4083298" cy="93738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A78CF50-9EFC-176E-637B-1F3D062B37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9536" y="1873448"/>
            <a:ext cx="1837997" cy="240700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2FD734A-6298-115F-AA3A-3EE00E74E7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8267" y="1873448"/>
            <a:ext cx="2978288" cy="3139728"/>
          </a:xfrm>
          <a:prstGeom prst="rect">
            <a:avLst/>
          </a:prstGeom>
        </p:spPr>
      </p:pic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F5C71D1-2CE9-49DB-BDBC-BD0FA239D779}"/>
              </a:ext>
            </a:extLst>
          </p:cNvPr>
          <p:cNvSpPr/>
          <p:nvPr/>
        </p:nvSpPr>
        <p:spPr bwMode="auto">
          <a:xfrm>
            <a:off x="344488" y="2549574"/>
            <a:ext cx="864096" cy="216024"/>
          </a:xfrm>
          <a:prstGeom prst="roundRect">
            <a:avLst/>
          </a:prstGeom>
          <a:noFill/>
          <a:ln w="9525">
            <a:solidFill>
              <a:srgbClr val="00B0F0"/>
            </a:solidFill>
            <a:miter lim="800000"/>
            <a:headEnd/>
            <a:tailEnd/>
          </a:ln>
        </p:spPr>
        <p:txBody>
          <a:bodyPr wrap="square" rtlCol="0" anchor="ctr">
            <a:noAutofit/>
          </a:bodyPr>
          <a:lstStyle/>
          <a:p>
            <a:pPr marL="90488" indent="-90488" algn="l">
              <a:buFontTx/>
              <a:buChar char="•"/>
            </a:pPr>
            <a:endParaRPr lang="en-KR" sz="12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7743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B1AF989-027F-A707-4B96-A5F25C3DF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AB070D-2714-4AF3-B20A-B5951B244DF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09209" y="5477767"/>
            <a:ext cx="2880320" cy="262372"/>
          </a:xfrm>
        </p:spPr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agentskills.io</a:t>
            </a:r>
            <a:r>
              <a:rPr lang="en-US" dirty="0"/>
              <a:t>/home</a:t>
            </a:r>
            <a:endParaRPr lang="en-K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2084C9-B96E-71D8-FD46-0281BB32B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01" y="437207"/>
            <a:ext cx="4778828" cy="1449986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13A510-CE83-BF2A-C09D-12035209AF63}"/>
              </a:ext>
            </a:extLst>
          </p:cNvPr>
          <p:cNvCxnSpPr>
            <a:cxnSpLocks/>
          </p:cNvCxnSpPr>
          <p:nvPr/>
        </p:nvCxnSpPr>
        <p:spPr bwMode="auto">
          <a:xfrm>
            <a:off x="2037401" y="1229295"/>
            <a:ext cx="266429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1D089CC-3C89-8311-F987-222E35D2FE8B}"/>
              </a:ext>
            </a:extLst>
          </p:cNvPr>
          <p:cNvCxnSpPr>
            <a:cxnSpLocks/>
          </p:cNvCxnSpPr>
          <p:nvPr/>
        </p:nvCxnSpPr>
        <p:spPr bwMode="auto">
          <a:xfrm>
            <a:off x="381217" y="1445319"/>
            <a:ext cx="50405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B1D95FCE-07E8-7762-9789-44F418F41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209" y="2435738"/>
            <a:ext cx="3958208" cy="295686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83D5EF9-6212-785F-2346-E9EAF6670E6C}"/>
              </a:ext>
            </a:extLst>
          </p:cNvPr>
          <p:cNvCxnSpPr>
            <a:cxnSpLocks/>
          </p:cNvCxnSpPr>
          <p:nvPr/>
        </p:nvCxnSpPr>
        <p:spPr bwMode="auto">
          <a:xfrm>
            <a:off x="633245" y="4325639"/>
            <a:ext cx="327636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85201489-D8AE-8B85-E0F2-144AAA9B21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6679" y="3853490"/>
            <a:ext cx="3570734" cy="122686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BF5F264-FBC7-0047-D2E7-3623848021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6679" y="3634768"/>
            <a:ext cx="1117600" cy="2794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660D580-E88B-4E54-F597-7D04322F4B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9204" y="1229390"/>
            <a:ext cx="3552438" cy="229927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A96CD60-1953-C3D7-78EB-F10AF757ADC6}"/>
              </a:ext>
            </a:extLst>
          </p:cNvPr>
          <p:cNvSpPr txBox="1"/>
          <p:nvPr/>
        </p:nvSpPr>
        <p:spPr>
          <a:xfrm>
            <a:off x="5125034" y="533955"/>
            <a:ext cx="395820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rgbClr val="1A1C1F"/>
                </a:solidFill>
                <a:effectLst/>
                <a:latin typeface="-apple-system"/>
              </a:rPr>
              <a:t>deep agent</a:t>
            </a:r>
            <a:r>
              <a:rPr lang="ko-KR" altLang="en-US" sz="1000" b="0" i="0" dirty="0">
                <a:solidFill>
                  <a:srgbClr val="1A1C1F"/>
                </a:solidFill>
                <a:effectLst/>
                <a:latin typeface="-apple-system"/>
              </a:rPr>
              <a:t>의 경우 </a:t>
            </a:r>
            <a:r>
              <a:rPr lang="en-US" sz="1000" b="0" i="0" dirty="0">
                <a:solidFill>
                  <a:srgbClr val="1A1C1F"/>
                </a:solidFill>
                <a:effectLst/>
                <a:latin typeface="-apple-system"/>
              </a:rPr>
              <a:t>file system</a:t>
            </a:r>
            <a:r>
              <a:rPr lang="ko-KR" altLang="en-US" sz="1000" b="0" i="0" dirty="0">
                <a:solidFill>
                  <a:srgbClr val="1A1C1F"/>
                </a:solidFill>
                <a:effectLst/>
                <a:latin typeface="-apple-system"/>
              </a:rPr>
              <a:t>기반으로 되어 있고</a:t>
            </a:r>
            <a:r>
              <a:rPr lang="en-US" altLang="ko-KR" sz="1000" b="0" i="0" dirty="0">
                <a:solidFill>
                  <a:srgbClr val="1A1C1F"/>
                </a:solidFill>
                <a:effectLst/>
                <a:latin typeface="-apple-system"/>
              </a:rPr>
              <a:t>, </a:t>
            </a:r>
            <a:r>
              <a:rPr lang="ko-KR" altLang="en-US" sz="1000" b="0" i="0" dirty="0">
                <a:solidFill>
                  <a:srgbClr val="1A1C1F"/>
                </a:solidFill>
                <a:effectLst/>
                <a:latin typeface="-apple-system"/>
              </a:rPr>
              <a:t>파일 시스템 내에서 사용되는 모든 형태의 리소스들</a:t>
            </a:r>
            <a:r>
              <a:rPr lang="en-US" altLang="ko-KR" sz="1000" b="0" i="0" dirty="0">
                <a:solidFill>
                  <a:srgbClr val="1A1C1F"/>
                </a:solidFill>
                <a:effectLst/>
                <a:latin typeface="-apple-system"/>
              </a:rPr>
              <a:t>(</a:t>
            </a:r>
            <a:r>
              <a:rPr lang="ko-KR" altLang="en-US" sz="1000" b="0" i="0" dirty="0">
                <a:solidFill>
                  <a:srgbClr val="1A1C1F"/>
                </a:solidFill>
                <a:effectLst/>
                <a:latin typeface="-apple-system"/>
              </a:rPr>
              <a:t>모든 스크립트 파일</a:t>
            </a:r>
            <a:r>
              <a:rPr lang="en-US" altLang="ko-KR" sz="1000" b="0" i="0" dirty="0">
                <a:solidFill>
                  <a:srgbClr val="1A1C1F"/>
                </a:solidFill>
                <a:effectLst/>
                <a:latin typeface="-apple-system"/>
              </a:rPr>
              <a:t>, </a:t>
            </a:r>
            <a:r>
              <a:rPr lang="ko-KR" altLang="en-US" sz="1000" b="0" i="0" dirty="0">
                <a:solidFill>
                  <a:srgbClr val="1A1C1F"/>
                </a:solidFill>
                <a:effectLst/>
                <a:latin typeface="-apple-system"/>
              </a:rPr>
              <a:t>시스템 커맨드</a:t>
            </a:r>
            <a:r>
              <a:rPr lang="en-US" altLang="ko-KR" sz="1000" b="0" i="0" dirty="0">
                <a:solidFill>
                  <a:srgbClr val="1A1C1F"/>
                </a:solidFill>
                <a:effectLst/>
                <a:latin typeface="-apple-system"/>
              </a:rPr>
              <a:t>(</a:t>
            </a:r>
            <a:r>
              <a:rPr lang="en-US" sz="1000" b="0" i="0" dirty="0">
                <a:solidFill>
                  <a:srgbClr val="1A1C1F"/>
                </a:solidFill>
                <a:effectLst/>
                <a:latin typeface="-apple-system"/>
              </a:rPr>
              <a:t>ls, </a:t>
            </a:r>
            <a:r>
              <a:rPr lang="en-US" sz="1000" b="0" i="0" dirty="0" err="1">
                <a:solidFill>
                  <a:srgbClr val="1A1C1F"/>
                </a:solidFill>
                <a:effectLst/>
                <a:latin typeface="-apple-system"/>
              </a:rPr>
              <a:t>mkdr</a:t>
            </a:r>
            <a:r>
              <a:rPr lang="en-US" sz="1000" b="0" i="0" dirty="0">
                <a:solidFill>
                  <a:srgbClr val="1A1C1F"/>
                </a:solidFill>
                <a:effectLst/>
                <a:latin typeface="-apple-system"/>
              </a:rPr>
              <a:t>, </a:t>
            </a:r>
            <a:r>
              <a:rPr lang="en-US" sz="1000" b="0" i="0" dirty="0" err="1">
                <a:solidFill>
                  <a:srgbClr val="1A1C1F"/>
                </a:solidFill>
                <a:effectLst/>
                <a:latin typeface="-apple-system"/>
              </a:rPr>
              <a:t>rmdir</a:t>
            </a:r>
            <a:r>
              <a:rPr lang="en-US" sz="1000" b="0" i="0" dirty="0">
                <a:solidFill>
                  <a:srgbClr val="1A1C1F"/>
                </a:solidFill>
                <a:effectLst/>
                <a:latin typeface="-apple-system"/>
              </a:rPr>
              <a:t>, etc.), </a:t>
            </a:r>
            <a:r>
              <a:rPr lang="ko-KR" altLang="en-US" sz="1000" b="0" i="0" dirty="0">
                <a:solidFill>
                  <a:srgbClr val="1A1C1F"/>
                </a:solidFill>
                <a:effectLst/>
                <a:latin typeface="-apple-system"/>
              </a:rPr>
              <a:t>파이프라인 구성을 활용할 수 있음</a:t>
            </a:r>
            <a:r>
              <a:rPr lang="en-US" altLang="ko-KR" sz="1000" b="0" i="0" dirty="0">
                <a:solidFill>
                  <a:srgbClr val="1A1C1F"/>
                </a:solidFill>
                <a:effectLst/>
                <a:latin typeface="-apple-system"/>
              </a:rPr>
              <a:t>.</a:t>
            </a:r>
            <a:endParaRPr lang="en-KR" sz="1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44BF35F-9338-AAA8-BEBA-00DE6EEAE7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3755" y="5364473"/>
            <a:ext cx="4030216" cy="29677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6433824-4FC8-7316-67A0-BDE2A4C5A4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6938" y="5784176"/>
            <a:ext cx="4030216" cy="278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45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D2E61F-0843-94CF-332D-645C487705A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KR" dirty="0"/>
              <a:t>핵심개념</a:t>
            </a:r>
            <a:r>
              <a:rPr lang="en-US" dirty="0"/>
              <a:t> </a:t>
            </a:r>
            <a:r>
              <a:rPr lang="en-US" altLang="ko-KR" dirty="0"/>
              <a:t>– Harness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AF380-BB47-1104-8BB8-40822F8B6744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lang="en-KR" dirty="0"/>
              <a:t>Harness</a:t>
            </a:r>
          </a:p>
          <a:p>
            <a:pPr lvl="1"/>
            <a:r>
              <a:rPr lang="ko-KR" altLang="en-US" b="0" i="0" dirty="0">
                <a:solidFill>
                  <a:srgbClr val="1A1C1F"/>
                </a:solidFill>
                <a:effectLst/>
                <a:latin typeface="-apple-system"/>
              </a:rPr>
              <a:t>모델이 </a:t>
            </a:r>
            <a:r>
              <a:rPr lang="ko-KR" altLang="en-US" b="1" i="0" dirty="0">
                <a:solidFill>
                  <a:srgbClr val="1A1C1F"/>
                </a:solidFill>
                <a:effectLst/>
                <a:latin typeface="-apple-system"/>
              </a:rPr>
              <a:t>정해진 환경 안에서 입력을 받고</a:t>
            </a:r>
            <a:r>
              <a:rPr lang="en-US" altLang="ko-KR" b="1" i="0" dirty="0">
                <a:solidFill>
                  <a:srgbClr val="1A1C1F"/>
                </a:solidFill>
                <a:effectLst/>
                <a:latin typeface="-apple-system"/>
              </a:rPr>
              <a:t>, </a:t>
            </a:r>
            <a:r>
              <a:rPr lang="ko-KR" altLang="en-US" b="1" i="0" dirty="0">
                <a:solidFill>
                  <a:srgbClr val="1A1C1F"/>
                </a:solidFill>
                <a:effectLst/>
                <a:latin typeface="-apple-system"/>
              </a:rPr>
              <a:t>도구를 쓰고</a:t>
            </a:r>
            <a:r>
              <a:rPr lang="en-US" altLang="ko-KR" b="1" i="0" dirty="0">
                <a:solidFill>
                  <a:srgbClr val="1A1C1F"/>
                </a:solidFill>
                <a:effectLst/>
                <a:latin typeface="-apple-system"/>
              </a:rPr>
              <a:t>, </a:t>
            </a:r>
            <a:r>
              <a:rPr lang="ko-KR" altLang="en-US" b="1" i="0" dirty="0">
                <a:solidFill>
                  <a:srgbClr val="1A1C1F"/>
                </a:solidFill>
                <a:effectLst/>
                <a:latin typeface="-apple-system"/>
              </a:rPr>
              <a:t>결과를 내고</a:t>
            </a:r>
            <a:r>
              <a:rPr lang="en-US" altLang="ko-KR" b="1" i="0" dirty="0">
                <a:solidFill>
                  <a:srgbClr val="1A1C1F"/>
                </a:solidFill>
                <a:effectLst/>
                <a:latin typeface="-apple-system"/>
              </a:rPr>
              <a:t>, </a:t>
            </a:r>
            <a:r>
              <a:rPr lang="ko-KR" altLang="en-US" b="1" i="0" dirty="0">
                <a:solidFill>
                  <a:srgbClr val="1A1C1F"/>
                </a:solidFill>
                <a:effectLst/>
                <a:latin typeface="-apple-system"/>
              </a:rPr>
              <a:t>평가되도록 감싸는 실행</a:t>
            </a:r>
            <a:r>
              <a:rPr lang="en-US" altLang="ko-KR" b="1" i="0" dirty="0">
                <a:solidFill>
                  <a:srgbClr val="1A1C1F"/>
                </a:solidFill>
                <a:effectLst/>
                <a:latin typeface="-apple-system"/>
              </a:rPr>
              <a:t>/</a:t>
            </a:r>
            <a:r>
              <a:rPr lang="ko-KR" altLang="en-US" b="1" i="0" dirty="0">
                <a:solidFill>
                  <a:srgbClr val="1A1C1F"/>
                </a:solidFill>
                <a:effectLst/>
                <a:latin typeface="-apple-system"/>
              </a:rPr>
              <a:t>검증 장치</a:t>
            </a:r>
            <a:endParaRPr lang="en-US" altLang="ko-KR" b="0" i="0" dirty="0">
              <a:solidFill>
                <a:srgbClr val="1A1C1F"/>
              </a:solidFill>
              <a:effectLst/>
              <a:latin typeface="-apple-system"/>
            </a:endParaRPr>
          </a:p>
          <a:p>
            <a:pPr lvl="1"/>
            <a:endParaRPr lang="en-KR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EC99289-B767-19C2-2465-2C563AFA4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B49124-104B-9D2C-126C-B2A3DB522E2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K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9150F3-D433-0F03-9FE4-01D45552C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232" y="2276872"/>
            <a:ext cx="2919109" cy="35882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8B795E-4CE4-AA46-4C92-7A9CC7BD0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1453" y="2320942"/>
            <a:ext cx="2023094" cy="37892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48FA774-D674-C205-E0FF-EB4868FFBF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4270" y="2320942"/>
            <a:ext cx="2042056" cy="393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337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1C429A-4A40-4D4C-3B1F-1E930C823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CD492B-B10A-F509-4F8F-21BB377C08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K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366224-BF54-AC36-51C9-2BF567B58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515" y="596013"/>
            <a:ext cx="4600960" cy="49155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0533C5-4070-8B40-34C8-A93DABA9F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9064" y="525399"/>
            <a:ext cx="1905403" cy="47251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8C9D825-F18B-1F27-796B-82D2727506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7256" y="838922"/>
            <a:ext cx="1508787" cy="40432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6BAA0A-D690-90AA-6512-4A232B8189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4928" y="5582137"/>
            <a:ext cx="4861297" cy="67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460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B2236-83E0-3E63-9FA9-7A92090D3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B38AD0-2DE9-E403-A5AE-C53D7F86868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KR" dirty="0"/>
              <a:t>Claude Code Skill vs DeepAgent Skill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BFADA-E320-A445-A0CF-16DABEB74369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67168C7-3EB0-1E7F-08C9-739B9E9B6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C78F25-DCDD-14B1-440E-123DA860CCF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K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D01152-5ED8-5137-DA6E-1886253A7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1213" y="1243045"/>
            <a:ext cx="4186731" cy="30560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85897D-152F-9E28-4BC4-5BB93AAD8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496" y="1212032"/>
            <a:ext cx="4547897" cy="30560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678631-90C6-B803-5DC0-28727D3481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504" y="4437112"/>
            <a:ext cx="4116935" cy="6230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076F704-E688-315B-DC90-B7C64788AF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621" y="5227681"/>
            <a:ext cx="3653904" cy="5207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346ADD4-E262-92A0-E90B-EC8F3E7740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618" y="4425733"/>
            <a:ext cx="4861160" cy="943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263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854EA1-430F-0271-5020-B533AC1EB7F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B3798-11E3-347B-A675-A36EA48FCB1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E4FAF1B-2A9F-7AD4-06EC-428F74352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EBC7DB-525C-0B5B-261A-0B5071FF0FF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696392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14704-D790-65E0-99E3-8E2652AD0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A6ED93A-E8DD-8F1B-E428-084A43122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6155"/>
            <a:ext cx="9906000" cy="5525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1855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AE534-5B83-93C3-A68F-0C56146AA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6C15FCB-5FA4-398A-A155-182D15EC6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6155"/>
            <a:ext cx="9906000" cy="5525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483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6155"/>
            <a:ext cx="9906000" cy="55256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EE971A8-05D7-F6DC-D3BA-2FDA218CC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80" y="764704"/>
            <a:ext cx="990600" cy="711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oT팀_ppt_template_2016_팀내">
  <a:themeElements>
    <a:clrScheme name="1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>
          <a:solidFill>
            <a:schemeClr val="tx1"/>
          </a:solidFill>
          <a:miter lim="800000"/>
          <a:headEnd/>
          <a:tailEnd/>
        </a:ln>
      </a:spPr>
      <a:bodyPr wrap="square" rtlCol="0" anchor="ctr">
        <a:noAutofit/>
      </a:bodyPr>
      <a:lstStyle>
        <a:defPPr marL="90488" indent="-90488" algn="l">
          <a:buFontTx/>
          <a:buChar char="•"/>
          <a:defRPr sz="1200" dirty="0" smtClean="0">
            <a:solidFill>
              <a:srgbClr val="000000"/>
            </a:solidFill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lnDef>
    <a:txDef>
      <a:spPr>
        <a:noFill/>
      </a:spPr>
      <a:bodyPr wrap="none" rtlCol="0" anchor="t" anchorCtr="0">
        <a:spAutoFit/>
      </a:bodyPr>
      <a:lstStyle>
        <a:defPPr>
          <a:defRPr sz="1300" b="1" dirty="0" smtClean="0">
            <a:ea typeface="돋움" pitchFamily="50" charset="-127"/>
          </a:defRPr>
        </a:defPPr>
      </a:lstStyle>
    </a:tx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IoT팀_ppt_template_2016_팀내</Template>
  <TotalTime>162843</TotalTime>
  <Words>254</Words>
  <Application>Microsoft Macintosh PowerPoint</Application>
  <PresentationFormat>A4 Paper (210x297 mm)</PresentationFormat>
  <Paragraphs>32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-apple-system</vt:lpstr>
      <vt:lpstr>굴림</vt:lpstr>
      <vt:lpstr>Inter</vt:lpstr>
      <vt:lpstr>맑은 고딕</vt:lpstr>
      <vt:lpstr>Arial</vt:lpstr>
      <vt:lpstr>Calibri</vt:lpstr>
      <vt:lpstr>Wingdings</vt:lpstr>
      <vt:lpstr>IoT팀_ppt_template_2016_팀내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송종훈</cp:lastModifiedBy>
  <cp:revision>627</cp:revision>
  <dcterms:created xsi:type="dcterms:W3CDTF">2016-02-02T23:23:24Z</dcterms:created>
  <dcterms:modified xsi:type="dcterms:W3CDTF">2026-05-09T01:06:42Z</dcterms:modified>
</cp:coreProperties>
</file>