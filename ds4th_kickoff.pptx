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4063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5231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66399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67567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68735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62895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64063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65231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66399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67567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68735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62895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64063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65231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66399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67567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68735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62895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64063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65231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66399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67567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68735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62895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4063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65231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66399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67567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68735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62895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64063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65231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66399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67567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368735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2194560"/>
            <a:ext cx="164592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2121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 KICKOFF · 2026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ds4th 스터디 킥오프 🚀</a:t>
            </a:r>
            <a:endParaRPr lang="en-US" sz="5600" dirty="0"/>
          </a:p>
        </p:txBody>
      </p:sp>
      <p:sp>
        <p:nvSpPr>
          <p:cNvPr id="41" name="Text 39"/>
          <p:cNvSpPr/>
          <p:nvPr/>
        </p:nvSpPr>
        <p:spPr>
          <a:xfrm>
            <a:off x="640080" y="3794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/ LangGraph 생태계 실습 및 운영 방안 논의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40080" y="4617720"/>
            <a:ext cx="3657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4937760"/>
            <a:ext cx="5120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212080"/>
            <a:ext cx="548640" cy="54864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55448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격주 토요일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554480" y="5440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20:30 (Webex)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5943600" y="4937760"/>
            <a:ext cx="55778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5212080"/>
            <a:ext cx="548640" cy="54864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685800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KICKOFF 목표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6858000" y="5440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스터디의 방향성 · 커리큘럼 · 산출물 확정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ds4th  ·  AI Agent Study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THIS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이 스터디를 하는 진짜 목적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3152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"공식 문서를 다 읽는 것이 목표가 아닙니다."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53949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97480"/>
            <a:ext cx="53949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0175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990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474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학습 방식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7240" y="4023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기초 개념 학습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 단순 훑어보기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중심 · 결과물 부재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55080" y="2697480"/>
            <a:ext cx="53949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55080" y="2697480"/>
            <a:ext cx="53949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0175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990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75120" y="3474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갈 방향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675120" y="40233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기술 리뷰 (X) → 동작하는 코드와 에이전트 구현 (O)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Vibe Coding 기반 실습</a:t>
            </a:r>
            <a:endParaRPr lang="en-US" sz="13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코딩 어시스턴트 활용, 작게라도 내 관심사 에이전트 직접 제작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5349240"/>
            <a:ext cx="112928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5349240"/>
            <a:ext cx="109728" cy="10058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05272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5440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지향점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417320" y="57424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"스터디가 끝났을 때, 나만의 실무형 Agent 하나씩은 가져가자!"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ds4th 스터디 킥오프  ·  LangChain / LangGraph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DISCUSSION 01 · CURRICULUM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비중 결정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시간은 격주 토요일 단 1시간. 어디에 더 무게를 둘까요?  (택 1)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6235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65960"/>
            <a:ext cx="56235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2331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딥다이브 중심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개념·구조 이해에 무게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최신 리뷰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50292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03320"/>
            <a:ext cx="50292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구조 · State 관리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572000"/>
            <a:ext cx="50292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572000"/>
            <a:ext cx="251460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20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Agents &amp; MCP 응용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5120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440680"/>
            <a:ext cx="50292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440680"/>
            <a:ext cx="201168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965960"/>
            <a:ext cx="548640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965960"/>
            <a:ext cx="54864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78440" y="2194560"/>
            <a:ext cx="1188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258568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698480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 추천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583680" y="228600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736092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프로젝트 중심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36092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만들면서 학습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58368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발제 (최소화)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42416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583680" y="3703320"/>
            <a:ext cx="4937760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83680" y="3703320"/>
            <a:ext cx="98755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8368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미니 프로젝트 구현 · 트러블슈팅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042416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583680" y="4572000"/>
            <a:ext cx="4937760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83680" y="4572000"/>
            <a:ext cx="3950208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83680" y="5257800"/>
            <a:ext cx="4937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20840" y="5303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프로젝트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72084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분석 에이전트  ·  자동화 리서치 봇  ·  사내 문서 Q&amp;A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ds4th 스터디 킥오프  ·  LangChain / LangGraph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DISCUSSION 02 · TIMEBOXING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스터디 타임박싱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격주 1시간의 효율을 극대화하기 위한 진행 포맷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0879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1818132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1818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17266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200400"/>
            <a:ext cx="1726692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520440"/>
            <a:ext cx="685800" cy="6858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36804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4297680"/>
            <a:ext cx="1178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60120" y="4572000"/>
            <a:ext cx="11780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퀵 뷰 &amp; 시연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0120" y="5486400"/>
            <a:ext cx="11780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발제자 담당 · 핵심 개념 압축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458212" y="2377440"/>
            <a:ext cx="6363462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58212" y="2377440"/>
            <a:ext cx="6363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35분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503932" y="3200400"/>
            <a:ext cx="627202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503932" y="3200400"/>
            <a:ext cx="627202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78252" y="3520440"/>
            <a:ext cx="685800" cy="685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272" y="368046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778252" y="4297680"/>
            <a:ext cx="57233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778252" y="4572000"/>
            <a:ext cx="57233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실습 &amp; 라이브 트러블슈팅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2778252" y="5486400"/>
            <a:ext cx="57233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부분 즉시 화면 공유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821674" y="2377440"/>
            <a:ext cx="2727198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821674" y="2377440"/>
            <a:ext cx="272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8867394" y="3200400"/>
            <a:ext cx="263575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867394" y="3200400"/>
            <a:ext cx="263575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141714" y="35204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734" y="368046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141714" y="4297680"/>
            <a:ext cx="2087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9141714" y="4572000"/>
            <a:ext cx="20871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토론 &amp; 랩업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9141714" y="5486400"/>
            <a:ext cx="2087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업무에 어떻게 쓸까?" · 다음 역할 지정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ds4th 스터디 킥오프  ·  LangChain / LangGraph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DISCUSSION 03 · 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최종 산출물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흐지부지되지 않기 위해, 명확한 결과물을 정해봅시다.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65760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65960"/>
            <a:ext cx="36576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194560"/>
            <a:ext cx="9144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258568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83280" y="21945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868680" cy="8686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2689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4114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초간단 미니 에이전트 데모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7724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1개씩 완성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77240" y="5212080"/>
            <a:ext cx="1371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5349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관심사에 맞는 작은 동작 가능한 에이전트.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스터디 종료 시점, 손에 남는 결과물.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279392" y="196596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79392" y="1965960"/>
            <a:ext cx="3657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99432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800" dirty="0"/>
          </a:p>
        </p:txBody>
      </p:sp>
      <p:sp>
        <p:nvSpPr>
          <p:cNvPr id="21" name="Shape 17"/>
          <p:cNvSpPr/>
          <p:nvPr/>
        </p:nvSpPr>
        <p:spPr>
          <a:xfrm>
            <a:off x="4599432" y="3063240"/>
            <a:ext cx="868680" cy="8686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172" y="32689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99432" y="4114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연결 샘플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4599432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도구 연동 워크플로우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99432" y="5212080"/>
            <a:ext cx="1371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99432" y="5349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 · Confluence · Local DB 등 실제 업무 도구와 연결되는 동작 예제.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101584" y="196596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101584" y="1965960"/>
            <a:ext cx="3657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421624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800" dirty="0"/>
          </a:p>
        </p:txBody>
      </p:sp>
      <p:sp>
        <p:nvSpPr>
          <p:cNvPr id="30" name="Shape 25"/>
          <p:cNvSpPr/>
          <p:nvPr/>
        </p:nvSpPr>
        <p:spPr>
          <a:xfrm>
            <a:off x="8421624" y="3063240"/>
            <a:ext cx="868680" cy="8686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364" y="326898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421624" y="4114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중심 핵심 요약 노트</a:t>
            </a:r>
            <a:endParaRPr lang="en-US" sz="1900" dirty="0"/>
          </a:p>
        </p:txBody>
      </p:sp>
      <p:sp>
        <p:nvSpPr>
          <p:cNvPr id="33" name="Text 27"/>
          <p:cNvSpPr/>
          <p:nvPr/>
        </p:nvSpPr>
        <p:spPr>
          <a:xfrm>
            <a:off x="8421624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Repo 누적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8421624" y="5212080"/>
            <a:ext cx="1371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421624" y="5349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코드와 함께 누적되는,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우리만의 LangChain/LangGraph 핸드북.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ds4th 스터디 킥오프  ·  LangChain / LangGraph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DISCUSSION 04 · GROUND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8046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운영 룰 (빠르게 결정)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스터디 그라운드 룰 정하기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1292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109728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1874520" y="2423160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2574036"/>
            <a:ext cx="338328" cy="338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0" y="22860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 ENVIRONMENT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 통일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040880" y="22860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편한 로컬 환경 유지  vs  Docker 등 공통 컨테이너 세팅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520440"/>
            <a:ext cx="11292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520440"/>
            <a:ext cx="109728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61188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600" dirty="0"/>
          </a:p>
        </p:txBody>
      </p:sp>
      <p:sp>
        <p:nvSpPr>
          <p:cNvPr id="17" name="Shape 14"/>
          <p:cNvSpPr/>
          <p:nvPr/>
        </p:nvSpPr>
        <p:spPr>
          <a:xfrm>
            <a:off x="1874520" y="3886200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96" y="4037076"/>
            <a:ext cx="338328" cy="3383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43200" y="3749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CONTINUITY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74320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유지 방안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7040880" y="3749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격주 진행의 공백 방지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 주간 단톡방 아티클 공유 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4983480"/>
            <a:ext cx="11292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" y="4983480"/>
            <a:ext cx="109728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77240" y="507492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600" dirty="0"/>
          </a:p>
        </p:txBody>
      </p:sp>
      <p:sp>
        <p:nvSpPr>
          <p:cNvPr id="25" name="Shape 21"/>
          <p:cNvSpPr/>
          <p:nvPr/>
        </p:nvSpPr>
        <p:spPr>
          <a:xfrm>
            <a:off x="1874520" y="5349240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96" y="5500116"/>
            <a:ext cx="338328" cy="33832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743200" y="5212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RECORDING &amp; ARCHIVE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2743200" y="5440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및 결석자 관리</a:t>
            </a:r>
            <a:endParaRPr lang="en-US" sz="1900" dirty="0"/>
          </a:p>
        </p:txBody>
      </p:sp>
      <p:sp>
        <p:nvSpPr>
          <p:cNvPr id="29" name="Text 24"/>
          <p:cNvSpPr/>
          <p:nvPr/>
        </p:nvSpPr>
        <p:spPr>
          <a:xfrm>
            <a:off x="7040880" y="5212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Webex 녹화 진행 여부, 자료 공유 방식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ds4th 스터디 킥오프  ·  LangChain / LangGraph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658368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3312" y="859536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2144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53312" y="1060704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2144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3312" y="1261872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548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600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 · NEXT STEPS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1828800"/>
            <a:ext cx="164592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21488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"여러분은 이 스터디가 끝날 때,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40080" y="2907792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Agent를 손에 쥐고 싶으신가요?"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640080" y="4023360"/>
            <a:ext cx="3657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343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ITEMS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754880"/>
            <a:ext cx="5486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754880"/>
            <a:ext cx="73152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892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68680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 사항 최종 랩업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6868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· 진행 포맷 · 산출물 · 운영 룰 합의 확정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55080" y="4754880"/>
            <a:ext cx="53949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4754880"/>
            <a:ext cx="73152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4892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583680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뒤 다음 회차 준비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58368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발제자 및 실습 주제 선정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ds4th  ·  THANK YOU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ds4th 스터디 킥오프</dc:title>
  <dc:subject>PptxGenJS Presentation</dc:subject>
  <dc:creator>ds4th 스터디</dc:creator>
  <cp:lastModifiedBy>ds4th 스터디</cp:lastModifiedBy>
  <cp:revision>1</cp:revision>
  <dcterms:created xsi:type="dcterms:W3CDTF">2026-04-24T23:15:46Z</dcterms:created>
  <dcterms:modified xsi:type="dcterms:W3CDTF">2026-04-24T23:15:46Z</dcterms:modified>
</cp:coreProperties>
</file>